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B83B48-673E-49B7-B88A-21140E294F3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C4A7089-9E86-4721-A44C-CAD12FFF7D94}">
      <dgm:prSet custT="1"/>
      <dgm:spPr/>
      <dgm:t>
        <a:bodyPr/>
        <a:lstStyle/>
        <a:p>
          <a:pPr>
            <a:defRPr cap="all"/>
          </a:pPr>
          <a:r>
            <a:rPr lang="en-US" sz="1700" b="1" dirty="0"/>
            <a:t>We have seen RPA altering industries drastically.</a:t>
          </a:r>
        </a:p>
      </dgm:t>
    </dgm:pt>
    <dgm:pt modelId="{643B8720-03AF-4CA3-9A17-FCC2718EB3B7}" type="parTrans" cxnId="{5DBD6EF8-91CB-4C53-8FC5-5F5D534095A0}">
      <dgm:prSet/>
      <dgm:spPr/>
      <dgm:t>
        <a:bodyPr/>
        <a:lstStyle/>
        <a:p>
          <a:endParaRPr lang="en-US"/>
        </a:p>
      </dgm:t>
    </dgm:pt>
    <dgm:pt modelId="{8907810E-AE78-4584-BD3F-60E2E745F282}" type="sibTrans" cxnId="{5DBD6EF8-91CB-4C53-8FC5-5F5D534095A0}">
      <dgm:prSet/>
      <dgm:spPr/>
      <dgm:t>
        <a:bodyPr/>
        <a:lstStyle/>
        <a:p>
          <a:endParaRPr lang="en-US"/>
        </a:p>
      </dgm:t>
    </dgm:pt>
    <dgm:pt modelId="{2CDCA57A-59CC-480F-BAA8-E0AC986BE0AA}">
      <dgm:prSet custT="1"/>
      <dgm:spPr/>
      <dgm:t>
        <a:bodyPr/>
        <a:lstStyle/>
        <a:p>
          <a:pPr>
            <a:defRPr cap="all"/>
          </a:pPr>
          <a:r>
            <a:rPr lang="en-US" sz="1700" b="1" dirty="0"/>
            <a:t>now the potential of RPA for hoteliers to innovate and deliver improved services, has gone sky high.</a:t>
          </a:r>
        </a:p>
      </dgm:t>
    </dgm:pt>
    <dgm:pt modelId="{1260D00C-64B8-4A7E-AF9F-4FAE8B58AB35}" type="parTrans" cxnId="{0F582824-2728-487E-8526-EA4C9DBBC2E7}">
      <dgm:prSet/>
      <dgm:spPr/>
      <dgm:t>
        <a:bodyPr/>
        <a:lstStyle/>
        <a:p>
          <a:endParaRPr lang="en-US"/>
        </a:p>
      </dgm:t>
    </dgm:pt>
    <dgm:pt modelId="{6247551D-A31C-4910-B5D2-1EAC504E48BD}" type="sibTrans" cxnId="{0F582824-2728-487E-8526-EA4C9DBBC2E7}">
      <dgm:prSet/>
      <dgm:spPr/>
      <dgm:t>
        <a:bodyPr/>
        <a:lstStyle/>
        <a:p>
          <a:endParaRPr lang="en-US"/>
        </a:p>
      </dgm:t>
    </dgm:pt>
    <dgm:pt modelId="{708AA8A1-D51C-4633-AEAE-01B24ECC4240}">
      <dgm:prSet/>
      <dgm:spPr/>
      <dgm:t>
        <a:bodyPr/>
        <a:lstStyle/>
        <a:p>
          <a:pPr>
            <a:defRPr cap="all"/>
          </a:pPr>
          <a:r>
            <a:rPr lang="en-GB" b="1" dirty="0"/>
            <a:t>Our team took such tremendous potential scenario in the area of booking - hotel management.</a:t>
          </a:r>
          <a:endParaRPr lang="en-US" b="1" dirty="0"/>
        </a:p>
      </dgm:t>
    </dgm:pt>
    <dgm:pt modelId="{BCDDAB42-05C2-4596-A2EF-40052F7AFAC0}" type="parTrans" cxnId="{DA1CDE73-F8EB-4079-9BC8-1219C3AD7F5A}">
      <dgm:prSet/>
      <dgm:spPr/>
      <dgm:t>
        <a:bodyPr/>
        <a:lstStyle/>
        <a:p>
          <a:endParaRPr lang="en-US"/>
        </a:p>
      </dgm:t>
    </dgm:pt>
    <dgm:pt modelId="{3C9612AF-4D70-4B6B-8925-F999EAB403F9}" type="sibTrans" cxnId="{DA1CDE73-F8EB-4079-9BC8-1219C3AD7F5A}">
      <dgm:prSet/>
      <dgm:spPr/>
      <dgm:t>
        <a:bodyPr/>
        <a:lstStyle/>
        <a:p>
          <a:endParaRPr lang="en-US"/>
        </a:p>
      </dgm:t>
    </dgm:pt>
    <dgm:pt modelId="{02B00FCC-BB3A-4736-AC20-6A516BCEB177}">
      <dgm:prSet/>
      <dgm:spPr/>
      <dgm:t>
        <a:bodyPr/>
        <a:lstStyle/>
        <a:p>
          <a:pPr>
            <a:defRPr cap="all"/>
          </a:pPr>
          <a:r>
            <a:rPr lang="en-GB" b="1" dirty="0"/>
            <a:t>aim is to take care of booking table, and enabling more time to care for guests.</a:t>
          </a:r>
          <a:endParaRPr lang="en-US" b="1" dirty="0"/>
        </a:p>
      </dgm:t>
    </dgm:pt>
    <dgm:pt modelId="{4448A631-3805-4A6B-BA71-7B135712611F}" type="parTrans" cxnId="{BDE3B727-AF5E-4B63-A8D6-949CD7322DA7}">
      <dgm:prSet/>
      <dgm:spPr/>
      <dgm:t>
        <a:bodyPr/>
        <a:lstStyle/>
        <a:p>
          <a:endParaRPr lang="en-US"/>
        </a:p>
      </dgm:t>
    </dgm:pt>
    <dgm:pt modelId="{6F4402AB-16F0-4ACE-8ADA-428AB68B0ECA}" type="sibTrans" cxnId="{BDE3B727-AF5E-4B63-A8D6-949CD7322DA7}">
      <dgm:prSet/>
      <dgm:spPr/>
      <dgm:t>
        <a:bodyPr/>
        <a:lstStyle/>
        <a:p>
          <a:endParaRPr lang="en-US"/>
        </a:p>
      </dgm:t>
    </dgm:pt>
    <dgm:pt modelId="{B6D8DA75-3262-440E-9AEC-705D2184ADC5}" type="pres">
      <dgm:prSet presAssocID="{C8B83B48-673E-49B7-B88A-21140E294F32}" presName="root" presStyleCnt="0">
        <dgm:presLayoutVars>
          <dgm:dir/>
          <dgm:resizeHandles val="exact"/>
        </dgm:presLayoutVars>
      </dgm:prSet>
      <dgm:spPr/>
    </dgm:pt>
    <dgm:pt modelId="{30A210C6-E94C-4BE1-BD1F-5D4BD6541822}" type="pres">
      <dgm:prSet presAssocID="{0C4A7089-9E86-4721-A44C-CAD12FFF7D94}" presName="compNode" presStyleCnt="0"/>
      <dgm:spPr/>
    </dgm:pt>
    <dgm:pt modelId="{DFACBF57-AC26-4DCA-A7B3-1A96F3753C47}" type="pres">
      <dgm:prSet presAssocID="{0C4A7089-9E86-4721-A44C-CAD12FFF7D94}" presName="iconBgRect" presStyleLbl="bgShp" presStyleIdx="0" presStyleCnt="4"/>
      <dgm:spPr/>
    </dgm:pt>
    <dgm:pt modelId="{F58E3440-A3D4-4A76-BC28-554A54683AC0}" type="pres">
      <dgm:prSet presAssocID="{0C4A7089-9E86-4721-A44C-CAD12FFF7D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B041566-AC48-4448-AACF-E36AB9C76A9C}" type="pres">
      <dgm:prSet presAssocID="{0C4A7089-9E86-4721-A44C-CAD12FFF7D94}" presName="spaceRect" presStyleCnt="0"/>
      <dgm:spPr/>
    </dgm:pt>
    <dgm:pt modelId="{3CD5AEB2-D3B5-4057-9FE3-FD50421F63F8}" type="pres">
      <dgm:prSet presAssocID="{0C4A7089-9E86-4721-A44C-CAD12FFF7D94}" presName="textRect" presStyleLbl="revTx" presStyleIdx="0" presStyleCnt="4">
        <dgm:presLayoutVars>
          <dgm:chMax val="1"/>
          <dgm:chPref val="1"/>
        </dgm:presLayoutVars>
      </dgm:prSet>
      <dgm:spPr/>
    </dgm:pt>
    <dgm:pt modelId="{53B709EB-E317-4DF2-9EF4-5862C2B1B58C}" type="pres">
      <dgm:prSet presAssocID="{8907810E-AE78-4584-BD3F-60E2E745F282}" presName="sibTrans" presStyleCnt="0"/>
      <dgm:spPr/>
    </dgm:pt>
    <dgm:pt modelId="{10AD3270-E14C-426D-94A5-4DB5582FA131}" type="pres">
      <dgm:prSet presAssocID="{2CDCA57A-59CC-480F-BAA8-E0AC986BE0AA}" presName="compNode" presStyleCnt="0"/>
      <dgm:spPr/>
    </dgm:pt>
    <dgm:pt modelId="{8F2EE041-87A5-4EED-9348-154A30A8FE9A}" type="pres">
      <dgm:prSet presAssocID="{2CDCA57A-59CC-480F-BAA8-E0AC986BE0AA}" presName="iconBgRect" presStyleLbl="bgShp" presStyleIdx="1" presStyleCnt="4"/>
      <dgm:spPr/>
    </dgm:pt>
    <dgm:pt modelId="{25528D03-4AEB-44F2-ADF1-4EB58A6A5FE8}" type="pres">
      <dgm:prSet presAssocID="{2CDCA57A-59CC-480F-BAA8-E0AC986BE0A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DF31385-7D84-465B-B024-CAF09AC750DE}" type="pres">
      <dgm:prSet presAssocID="{2CDCA57A-59CC-480F-BAA8-E0AC986BE0AA}" presName="spaceRect" presStyleCnt="0"/>
      <dgm:spPr/>
    </dgm:pt>
    <dgm:pt modelId="{5FAD8BF6-274F-4257-B39B-C8F28E5A5AC2}" type="pres">
      <dgm:prSet presAssocID="{2CDCA57A-59CC-480F-BAA8-E0AC986BE0AA}" presName="textRect" presStyleLbl="revTx" presStyleIdx="1" presStyleCnt="4">
        <dgm:presLayoutVars>
          <dgm:chMax val="1"/>
          <dgm:chPref val="1"/>
        </dgm:presLayoutVars>
      </dgm:prSet>
      <dgm:spPr/>
    </dgm:pt>
    <dgm:pt modelId="{5F2A2B0E-54A5-4530-84E2-1740E8FE4E3A}" type="pres">
      <dgm:prSet presAssocID="{6247551D-A31C-4910-B5D2-1EAC504E48BD}" presName="sibTrans" presStyleCnt="0"/>
      <dgm:spPr/>
    </dgm:pt>
    <dgm:pt modelId="{7D0B0FD6-353D-4A3B-BA1F-187494B7D064}" type="pres">
      <dgm:prSet presAssocID="{708AA8A1-D51C-4633-AEAE-01B24ECC4240}" presName="compNode" presStyleCnt="0"/>
      <dgm:spPr/>
    </dgm:pt>
    <dgm:pt modelId="{FF48C596-85A6-490F-BC6E-4A4BFED9FFAF}" type="pres">
      <dgm:prSet presAssocID="{708AA8A1-D51C-4633-AEAE-01B24ECC4240}" presName="iconBgRect" presStyleLbl="bgShp" presStyleIdx="2" presStyleCnt="4"/>
      <dgm:spPr/>
    </dgm:pt>
    <dgm:pt modelId="{33BC4F06-21AE-4DC2-9F91-32DCB23901E5}" type="pres">
      <dgm:prSet presAssocID="{708AA8A1-D51C-4633-AEAE-01B24ECC424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311191DD-19D1-41AC-8068-AF619887CEE1}" type="pres">
      <dgm:prSet presAssocID="{708AA8A1-D51C-4633-AEAE-01B24ECC4240}" presName="spaceRect" presStyleCnt="0"/>
      <dgm:spPr/>
    </dgm:pt>
    <dgm:pt modelId="{0E614D5A-0EC8-4003-B15C-3303E72DB99D}" type="pres">
      <dgm:prSet presAssocID="{708AA8A1-D51C-4633-AEAE-01B24ECC4240}" presName="textRect" presStyleLbl="revTx" presStyleIdx="2" presStyleCnt="4">
        <dgm:presLayoutVars>
          <dgm:chMax val="1"/>
          <dgm:chPref val="1"/>
        </dgm:presLayoutVars>
      </dgm:prSet>
      <dgm:spPr/>
    </dgm:pt>
    <dgm:pt modelId="{AF5EDA3B-E861-453A-9891-144FB2CE2040}" type="pres">
      <dgm:prSet presAssocID="{3C9612AF-4D70-4B6B-8925-F999EAB403F9}" presName="sibTrans" presStyleCnt="0"/>
      <dgm:spPr/>
    </dgm:pt>
    <dgm:pt modelId="{418BA906-23AB-4E87-A1D9-6FC07C337208}" type="pres">
      <dgm:prSet presAssocID="{02B00FCC-BB3A-4736-AC20-6A516BCEB177}" presName="compNode" presStyleCnt="0"/>
      <dgm:spPr/>
    </dgm:pt>
    <dgm:pt modelId="{AF41C700-363E-4098-BE9A-A16C5FF13D1F}" type="pres">
      <dgm:prSet presAssocID="{02B00FCC-BB3A-4736-AC20-6A516BCEB177}" presName="iconBgRect" presStyleLbl="bgShp" presStyleIdx="3" presStyleCnt="4"/>
      <dgm:spPr/>
    </dgm:pt>
    <dgm:pt modelId="{7560BB41-64DC-450F-A0CB-96374FD29B63}" type="pres">
      <dgm:prSet presAssocID="{02B00FCC-BB3A-4736-AC20-6A516BCEB1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CD25DF5C-B270-4C31-BBA9-BB4762794196}" type="pres">
      <dgm:prSet presAssocID="{02B00FCC-BB3A-4736-AC20-6A516BCEB177}" presName="spaceRect" presStyleCnt="0"/>
      <dgm:spPr/>
    </dgm:pt>
    <dgm:pt modelId="{D3732B47-8F95-4762-A078-D44EED85BF58}" type="pres">
      <dgm:prSet presAssocID="{02B00FCC-BB3A-4736-AC20-6A516BCEB1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F582824-2728-487E-8526-EA4C9DBBC2E7}" srcId="{C8B83B48-673E-49B7-B88A-21140E294F32}" destId="{2CDCA57A-59CC-480F-BAA8-E0AC986BE0AA}" srcOrd="1" destOrd="0" parTransId="{1260D00C-64B8-4A7E-AF9F-4FAE8B58AB35}" sibTransId="{6247551D-A31C-4910-B5D2-1EAC504E48BD}"/>
    <dgm:cxn modelId="{BDE3B727-AF5E-4B63-A8D6-949CD7322DA7}" srcId="{C8B83B48-673E-49B7-B88A-21140E294F32}" destId="{02B00FCC-BB3A-4736-AC20-6A516BCEB177}" srcOrd="3" destOrd="0" parTransId="{4448A631-3805-4A6B-BA71-7B135712611F}" sibTransId="{6F4402AB-16F0-4ACE-8ADA-428AB68B0ECA}"/>
    <dgm:cxn modelId="{E79CA734-2566-4372-B2D3-78B286FDB9BE}" type="presOf" srcId="{C8B83B48-673E-49B7-B88A-21140E294F32}" destId="{B6D8DA75-3262-440E-9AEC-705D2184ADC5}" srcOrd="0" destOrd="0" presId="urn:microsoft.com/office/officeart/2018/5/layout/IconCircleLabelList"/>
    <dgm:cxn modelId="{FE99993A-BF9F-4572-B156-F2731033939C}" type="presOf" srcId="{02B00FCC-BB3A-4736-AC20-6A516BCEB177}" destId="{D3732B47-8F95-4762-A078-D44EED85BF58}" srcOrd="0" destOrd="0" presId="urn:microsoft.com/office/officeart/2018/5/layout/IconCircleLabelList"/>
    <dgm:cxn modelId="{DA1CDE73-F8EB-4079-9BC8-1219C3AD7F5A}" srcId="{C8B83B48-673E-49B7-B88A-21140E294F32}" destId="{708AA8A1-D51C-4633-AEAE-01B24ECC4240}" srcOrd="2" destOrd="0" parTransId="{BCDDAB42-05C2-4596-A2EF-40052F7AFAC0}" sibTransId="{3C9612AF-4D70-4B6B-8925-F999EAB403F9}"/>
    <dgm:cxn modelId="{26D14B9A-1F46-4E41-9CBE-7E7513D74CB0}" type="presOf" srcId="{2CDCA57A-59CC-480F-BAA8-E0AC986BE0AA}" destId="{5FAD8BF6-274F-4257-B39B-C8F28E5A5AC2}" srcOrd="0" destOrd="0" presId="urn:microsoft.com/office/officeart/2018/5/layout/IconCircleLabelList"/>
    <dgm:cxn modelId="{00FDEBB8-1674-4285-BB6B-FF698BCEBD63}" type="presOf" srcId="{708AA8A1-D51C-4633-AEAE-01B24ECC4240}" destId="{0E614D5A-0EC8-4003-B15C-3303E72DB99D}" srcOrd="0" destOrd="0" presId="urn:microsoft.com/office/officeart/2018/5/layout/IconCircleLabelList"/>
    <dgm:cxn modelId="{53DDCAD5-2F6F-4AEB-8E6E-F680D60133C0}" type="presOf" srcId="{0C4A7089-9E86-4721-A44C-CAD12FFF7D94}" destId="{3CD5AEB2-D3B5-4057-9FE3-FD50421F63F8}" srcOrd="0" destOrd="0" presId="urn:microsoft.com/office/officeart/2018/5/layout/IconCircleLabelList"/>
    <dgm:cxn modelId="{5DBD6EF8-91CB-4C53-8FC5-5F5D534095A0}" srcId="{C8B83B48-673E-49B7-B88A-21140E294F32}" destId="{0C4A7089-9E86-4721-A44C-CAD12FFF7D94}" srcOrd="0" destOrd="0" parTransId="{643B8720-03AF-4CA3-9A17-FCC2718EB3B7}" sibTransId="{8907810E-AE78-4584-BD3F-60E2E745F282}"/>
    <dgm:cxn modelId="{DF0D7B18-926D-4230-BA1E-4AF466AC4433}" type="presParOf" srcId="{B6D8DA75-3262-440E-9AEC-705D2184ADC5}" destId="{30A210C6-E94C-4BE1-BD1F-5D4BD6541822}" srcOrd="0" destOrd="0" presId="urn:microsoft.com/office/officeart/2018/5/layout/IconCircleLabelList"/>
    <dgm:cxn modelId="{82A4B9A8-A4E4-42F1-9F03-20BCCC1307B6}" type="presParOf" srcId="{30A210C6-E94C-4BE1-BD1F-5D4BD6541822}" destId="{DFACBF57-AC26-4DCA-A7B3-1A96F3753C47}" srcOrd="0" destOrd="0" presId="urn:microsoft.com/office/officeart/2018/5/layout/IconCircleLabelList"/>
    <dgm:cxn modelId="{37208079-3B32-495D-B284-0E46DECFCB08}" type="presParOf" srcId="{30A210C6-E94C-4BE1-BD1F-5D4BD6541822}" destId="{F58E3440-A3D4-4A76-BC28-554A54683AC0}" srcOrd="1" destOrd="0" presId="urn:microsoft.com/office/officeart/2018/5/layout/IconCircleLabelList"/>
    <dgm:cxn modelId="{4AB30193-124D-412F-9E8C-D1673D437AD6}" type="presParOf" srcId="{30A210C6-E94C-4BE1-BD1F-5D4BD6541822}" destId="{3B041566-AC48-4448-AACF-E36AB9C76A9C}" srcOrd="2" destOrd="0" presId="urn:microsoft.com/office/officeart/2018/5/layout/IconCircleLabelList"/>
    <dgm:cxn modelId="{3712C770-7F4C-4E18-BB20-799DF903DEDA}" type="presParOf" srcId="{30A210C6-E94C-4BE1-BD1F-5D4BD6541822}" destId="{3CD5AEB2-D3B5-4057-9FE3-FD50421F63F8}" srcOrd="3" destOrd="0" presId="urn:microsoft.com/office/officeart/2018/5/layout/IconCircleLabelList"/>
    <dgm:cxn modelId="{C54734E6-4CE5-4B4D-B2DD-8149D422A4C8}" type="presParOf" srcId="{B6D8DA75-3262-440E-9AEC-705D2184ADC5}" destId="{53B709EB-E317-4DF2-9EF4-5862C2B1B58C}" srcOrd="1" destOrd="0" presId="urn:microsoft.com/office/officeart/2018/5/layout/IconCircleLabelList"/>
    <dgm:cxn modelId="{FA5AABC9-6CD9-475F-8ACC-B0CF71BA3F42}" type="presParOf" srcId="{B6D8DA75-3262-440E-9AEC-705D2184ADC5}" destId="{10AD3270-E14C-426D-94A5-4DB5582FA131}" srcOrd="2" destOrd="0" presId="urn:microsoft.com/office/officeart/2018/5/layout/IconCircleLabelList"/>
    <dgm:cxn modelId="{429481D2-E1CB-4A5A-8FB4-969479CD7EA2}" type="presParOf" srcId="{10AD3270-E14C-426D-94A5-4DB5582FA131}" destId="{8F2EE041-87A5-4EED-9348-154A30A8FE9A}" srcOrd="0" destOrd="0" presId="urn:microsoft.com/office/officeart/2018/5/layout/IconCircleLabelList"/>
    <dgm:cxn modelId="{68251427-33AE-4583-9E49-B8D7633F78B0}" type="presParOf" srcId="{10AD3270-E14C-426D-94A5-4DB5582FA131}" destId="{25528D03-4AEB-44F2-ADF1-4EB58A6A5FE8}" srcOrd="1" destOrd="0" presId="urn:microsoft.com/office/officeart/2018/5/layout/IconCircleLabelList"/>
    <dgm:cxn modelId="{B474434C-B103-4B24-BA1D-3218435BB69C}" type="presParOf" srcId="{10AD3270-E14C-426D-94A5-4DB5582FA131}" destId="{3DF31385-7D84-465B-B024-CAF09AC750DE}" srcOrd="2" destOrd="0" presId="urn:microsoft.com/office/officeart/2018/5/layout/IconCircleLabelList"/>
    <dgm:cxn modelId="{FEAC80E6-9E80-4A38-AB1F-0A9CC31C2D8D}" type="presParOf" srcId="{10AD3270-E14C-426D-94A5-4DB5582FA131}" destId="{5FAD8BF6-274F-4257-B39B-C8F28E5A5AC2}" srcOrd="3" destOrd="0" presId="urn:microsoft.com/office/officeart/2018/5/layout/IconCircleLabelList"/>
    <dgm:cxn modelId="{5E75AAA3-2C79-427F-92C7-541E7350BA1E}" type="presParOf" srcId="{B6D8DA75-3262-440E-9AEC-705D2184ADC5}" destId="{5F2A2B0E-54A5-4530-84E2-1740E8FE4E3A}" srcOrd="3" destOrd="0" presId="urn:microsoft.com/office/officeart/2018/5/layout/IconCircleLabelList"/>
    <dgm:cxn modelId="{EC6571C8-5E02-4297-9523-101B82573DC1}" type="presParOf" srcId="{B6D8DA75-3262-440E-9AEC-705D2184ADC5}" destId="{7D0B0FD6-353D-4A3B-BA1F-187494B7D064}" srcOrd="4" destOrd="0" presId="urn:microsoft.com/office/officeart/2018/5/layout/IconCircleLabelList"/>
    <dgm:cxn modelId="{A081E294-6E7F-47DD-8819-BE3621C1BBFC}" type="presParOf" srcId="{7D0B0FD6-353D-4A3B-BA1F-187494B7D064}" destId="{FF48C596-85A6-490F-BC6E-4A4BFED9FFAF}" srcOrd="0" destOrd="0" presId="urn:microsoft.com/office/officeart/2018/5/layout/IconCircleLabelList"/>
    <dgm:cxn modelId="{A308ADEB-2B8A-4C0E-A700-8F869A83F2C7}" type="presParOf" srcId="{7D0B0FD6-353D-4A3B-BA1F-187494B7D064}" destId="{33BC4F06-21AE-4DC2-9F91-32DCB23901E5}" srcOrd="1" destOrd="0" presId="urn:microsoft.com/office/officeart/2018/5/layout/IconCircleLabelList"/>
    <dgm:cxn modelId="{928E6F64-1CCF-4594-B347-6513090E514E}" type="presParOf" srcId="{7D0B0FD6-353D-4A3B-BA1F-187494B7D064}" destId="{311191DD-19D1-41AC-8068-AF619887CEE1}" srcOrd="2" destOrd="0" presId="urn:microsoft.com/office/officeart/2018/5/layout/IconCircleLabelList"/>
    <dgm:cxn modelId="{2317C45E-2866-4B1E-964F-83091C292CBD}" type="presParOf" srcId="{7D0B0FD6-353D-4A3B-BA1F-187494B7D064}" destId="{0E614D5A-0EC8-4003-B15C-3303E72DB99D}" srcOrd="3" destOrd="0" presId="urn:microsoft.com/office/officeart/2018/5/layout/IconCircleLabelList"/>
    <dgm:cxn modelId="{C7C02072-BECF-4862-B46D-B59566FF2E67}" type="presParOf" srcId="{B6D8DA75-3262-440E-9AEC-705D2184ADC5}" destId="{AF5EDA3B-E861-453A-9891-144FB2CE2040}" srcOrd="5" destOrd="0" presId="urn:microsoft.com/office/officeart/2018/5/layout/IconCircleLabelList"/>
    <dgm:cxn modelId="{CBBE0C81-078D-419B-8C90-F6D533590366}" type="presParOf" srcId="{B6D8DA75-3262-440E-9AEC-705D2184ADC5}" destId="{418BA906-23AB-4E87-A1D9-6FC07C337208}" srcOrd="6" destOrd="0" presId="urn:microsoft.com/office/officeart/2018/5/layout/IconCircleLabelList"/>
    <dgm:cxn modelId="{BA0A1391-5F0E-4CB7-9401-D04DE6B17BCF}" type="presParOf" srcId="{418BA906-23AB-4E87-A1D9-6FC07C337208}" destId="{AF41C700-363E-4098-BE9A-A16C5FF13D1F}" srcOrd="0" destOrd="0" presId="urn:microsoft.com/office/officeart/2018/5/layout/IconCircleLabelList"/>
    <dgm:cxn modelId="{EFA58C0D-80B5-459B-959A-98C149BB9122}" type="presParOf" srcId="{418BA906-23AB-4E87-A1D9-6FC07C337208}" destId="{7560BB41-64DC-450F-A0CB-96374FD29B63}" srcOrd="1" destOrd="0" presId="urn:microsoft.com/office/officeart/2018/5/layout/IconCircleLabelList"/>
    <dgm:cxn modelId="{20C897DE-0C90-426F-9874-AF20BCF86FEF}" type="presParOf" srcId="{418BA906-23AB-4E87-A1D9-6FC07C337208}" destId="{CD25DF5C-B270-4C31-BBA9-BB4762794196}" srcOrd="2" destOrd="0" presId="urn:microsoft.com/office/officeart/2018/5/layout/IconCircleLabelList"/>
    <dgm:cxn modelId="{39ADC8F1-44A1-449E-89E7-F0D2FAA13EA7}" type="presParOf" srcId="{418BA906-23AB-4E87-A1D9-6FC07C337208}" destId="{D3732B47-8F95-4762-A078-D44EED85BF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E3B36A-F748-4CC7-827B-352FDCB28683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1703DD5-3B7E-4C5B-A0B9-FBFFDB96DF49}">
      <dgm:prSet/>
      <dgm:spPr/>
      <dgm:t>
        <a:bodyPr/>
        <a:lstStyle/>
        <a:p>
          <a:r>
            <a:rPr lang="en-US" dirty="0"/>
            <a:t>Guest calls a person at restaurant and do the booking.</a:t>
          </a:r>
        </a:p>
      </dgm:t>
    </dgm:pt>
    <dgm:pt modelId="{BA9552DC-617C-4661-A38B-D34E8CDAD24A}" type="parTrans" cxnId="{A0D87678-1D59-4070-A68B-7FD0C1C52AB9}">
      <dgm:prSet/>
      <dgm:spPr/>
      <dgm:t>
        <a:bodyPr/>
        <a:lstStyle/>
        <a:p>
          <a:endParaRPr lang="en-US"/>
        </a:p>
      </dgm:t>
    </dgm:pt>
    <dgm:pt modelId="{886325B4-0614-4C1A-90A6-B777E167D877}" type="sibTrans" cxnId="{A0D87678-1D59-4070-A68B-7FD0C1C52AB9}">
      <dgm:prSet/>
      <dgm:spPr/>
      <dgm:t>
        <a:bodyPr/>
        <a:lstStyle/>
        <a:p>
          <a:endParaRPr lang="en-US"/>
        </a:p>
      </dgm:t>
    </dgm:pt>
    <dgm:pt modelId="{1CF77E4D-C0BD-4A97-A5D4-D6B1ED743674}">
      <dgm:prSet/>
      <dgm:spPr/>
      <dgm:t>
        <a:bodyPr/>
        <a:lstStyle/>
        <a:p>
          <a:r>
            <a:rPr lang="en-US" dirty="0"/>
            <a:t>The person from restaurant will get the details one by one and do a data entry.</a:t>
          </a:r>
        </a:p>
      </dgm:t>
    </dgm:pt>
    <dgm:pt modelId="{D3EE412E-F683-402D-9625-58BA7C308727}" type="parTrans" cxnId="{0256BD01-600D-4127-801F-9A6843B1A1D0}">
      <dgm:prSet/>
      <dgm:spPr/>
      <dgm:t>
        <a:bodyPr/>
        <a:lstStyle/>
        <a:p>
          <a:endParaRPr lang="en-US"/>
        </a:p>
      </dgm:t>
    </dgm:pt>
    <dgm:pt modelId="{C6057802-0272-4CC6-B53F-E0F7821471EB}" type="sibTrans" cxnId="{0256BD01-600D-4127-801F-9A6843B1A1D0}">
      <dgm:prSet/>
      <dgm:spPr/>
      <dgm:t>
        <a:bodyPr/>
        <a:lstStyle/>
        <a:p>
          <a:endParaRPr lang="en-US"/>
        </a:p>
      </dgm:t>
    </dgm:pt>
    <dgm:pt modelId="{E2E38049-18F7-4FD9-BA70-97DE5E4CD49E}">
      <dgm:prSet/>
      <dgm:spPr/>
      <dgm:t>
        <a:bodyPr/>
        <a:lstStyle/>
        <a:p>
          <a:r>
            <a:rPr lang="en-US" dirty="0"/>
            <a:t>That data must be managed and modelled</a:t>
          </a:r>
          <a:r>
            <a:rPr lang="en-GB" dirty="0"/>
            <a:t> by hotel management team.</a:t>
          </a:r>
          <a:endParaRPr lang="en-US" dirty="0"/>
        </a:p>
      </dgm:t>
    </dgm:pt>
    <dgm:pt modelId="{03064152-727F-4451-943A-BA4D21C53BFF}" type="parTrans" cxnId="{D7B436D8-D067-4805-936C-EB356E5E09B3}">
      <dgm:prSet/>
      <dgm:spPr/>
      <dgm:t>
        <a:bodyPr/>
        <a:lstStyle/>
        <a:p>
          <a:endParaRPr lang="en-US"/>
        </a:p>
      </dgm:t>
    </dgm:pt>
    <dgm:pt modelId="{96074530-0CD9-4709-972D-EC39FE939A87}" type="sibTrans" cxnId="{D7B436D8-D067-4805-936C-EB356E5E09B3}">
      <dgm:prSet/>
      <dgm:spPr/>
      <dgm:t>
        <a:bodyPr/>
        <a:lstStyle/>
        <a:p>
          <a:endParaRPr lang="en-US"/>
        </a:p>
      </dgm:t>
    </dgm:pt>
    <dgm:pt modelId="{3A92D9A9-A02C-488D-9DEC-A02DCE90D5D2}">
      <dgm:prSet/>
      <dgm:spPr/>
      <dgm:t>
        <a:bodyPr/>
        <a:lstStyle/>
        <a:p>
          <a:r>
            <a:rPr lang="en-GB" dirty="0"/>
            <a:t>SMS must be sent to  guest with their booking details.</a:t>
          </a:r>
          <a:endParaRPr lang="en-US" dirty="0"/>
        </a:p>
      </dgm:t>
    </dgm:pt>
    <dgm:pt modelId="{3C928B46-141B-473A-BF9D-EB1E23B691FB}" type="parTrans" cxnId="{B1E28D4B-986D-4BF2-8B97-3486F7E31F5A}">
      <dgm:prSet/>
      <dgm:spPr/>
      <dgm:t>
        <a:bodyPr/>
        <a:lstStyle/>
        <a:p>
          <a:endParaRPr lang="en-US"/>
        </a:p>
      </dgm:t>
    </dgm:pt>
    <dgm:pt modelId="{0D723922-DAA5-4362-8D75-29F819DD3275}" type="sibTrans" cxnId="{B1E28D4B-986D-4BF2-8B97-3486F7E31F5A}">
      <dgm:prSet/>
      <dgm:spPr/>
      <dgm:t>
        <a:bodyPr/>
        <a:lstStyle/>
        <a:p>
          <a:endParaRPr lang="en-US"/>
        </a:p>
      </dgm:t>
    </dgm:pt>
    <dgm:pt modelId="{353427EB-1E3D-4B27-A9D5-7F2E5942DD6D}">
      <dgm:prSet/>
      <dgm:spPr/>
      <dgm:t>
        <a:bodyPr/>
        <a:lstStyle/>
        <a:p>
          <a:r>
            <a:rPr lang="en-GB" dirty="0"/>
            <a:t>Need to validate details on guest arrival.</a:t>
          </a:r>
          <a:endParaRPr lang="en-US" dirty="0"/>
        </a:p>
      </dgm:t>
    </dgm:pt>
    <dgm:pt modelId="{C7635A4D-46D3-46A8-AFBF-22EEAB3D95A0}" type="parTrans" cxnId="{FD469616-2C2D-4290-9DE3-69EDB738BE2F}">
      <dgm:prSet/>
      <dgm:spPr/>
      <dgm:t>
        <a:bodyPr/>
        <a:lstStyle/>
        <a:p>
          <a:endParaRPr lang="en-US"/>
        </a:p>
      </dgm:t>
    </dgm:pt>
    <dgm:pt modelId="{53061939-F85D-453A-A4F8-E9260A4693AC}" type="sibTrans" cxnId="{FD469616-2C2D-4290-9DE3-69EDB738BE2F}">
      <dgm:prSet/>
      <dgm:spPr/>
      <dgm:t>
        <a:bodyPr/>
        <a:lstStyle/>
        <a:p>
          <a:endParaRPr lang="en-US"/>
        </a:p>
      </dgm:t>
    </dgm:pt>
    <dgm:pt modelId="{DA32DA1F-F097-41A0-8D85-4EC9D3634656}" type="pres">
      <dgm:prSet presAssocID="{BEE3B36A-F748-4CC7-827B-352FDCB28683}" presName="cycle" presStyleCnt="0">
        <dgm:presLayoutVars>
          <dgm:dir/>
          <dgm:resizeHandles val="exact"/>
        </dgm:presLayoutVars>
      </dgm:prSet>
      <dgm:spPr/>
    </dgm:pt>
    <dgm:pt modelId="{775F7954-57C0-4B69-8628-647740F82715}" type="pres">
      <dgm:prSet presAssocID="{21703DD5-3B7E-4C5B-A0B9-FBFFDB96DF49}" presName="node" presStyleLbl="node1" presStyleIdx="0" presStyleCnt="5" custRadScaleRad="100773">
        <dgm:presLayoutVars>
          <dgm:bulletEnabled val="1"/>
        </dgm:presLayoutVars>
      </dgm:prSet>
      <dgm:spPr/>
    </dgm:pt>
    <dgm:pt modelId="{A984114F-1169-44AB-B9DE-1CBF8737D9ED}" type="pres">
      <dgm:prSet presAssocID="{21703DD5-3B7E-4C5B-A0B9-FBFFDB96DF49}" presName="spNode" presStyleCnt="0"/>
      <dgm:spPr/>
    </dgm:pt>
    <dgm:pt modelId="{6726BD66-7149-4DDB-983F-33A098CF5E8B}" type="pres">
      <dgm:prSet presAssocID="{886325B4-0614-4C1A-90A6-B777E167D877}" presName="sibTrans" presStyleLbl="sibTrans1D1" presStyleIdx="0" presStyleCnt="5"/>
      <dgm:spPr/>
    </dgm:pt>
    <dgm:pt modelId="{F941C1A1-F3AB-48A9-AE2C-E0FAAF74751F}" type="pres">
      <dgm:prSet presAssocID="{1CF77E4D-C0BD-4A97-A5D4-D6B1ED743674}" presName="node" presStyleLbl="node1" presStyleIdx="1" presStyleCnt="5">
        <dgm:presLayoutVars>
          <dgm:bulletEnabled val="1"/>
        </dgm:presLayoutVars>
      </dgm:prSet>
      <dgm:spPr/>
    </dgm:pt>
    <dgm:pt modelId="{3ACFAF8F-D10F-41C7-834D-E70E40387C44}" type="pres">
      <dgm:prSet presAssocID="{1CF77E4D-C0BD-4A97-A5D4-D6B1ED743674}" presName="spNode" presStyleCnt="0"/>
      <dgm:spPr/>
    </dgm:pt>
    <dgm:pt modelId="{571ABF52-9515-4478-842D-0403C6E2AA49}" type="pres">
      <dgm:prSet presAssocID="{C6057802-0272-4CC6-B53F-E0F7821471EB}" presName="sibTrans" presStyleLbl="sibTrans1D1" presStyleIdx="1" presStyleCnt="5"/>
      <dgm:spPr/>
    </dgm:pt>
    <dgm:pt modelId="{586AA861-045D-41DC-807E-151356489078}" type="pres">
      <dgm:prSet presAssocID="{E2E38049-18F7-4FD9-BA70-97DE5E4CD49E}" presName="node" presStyleLbl="node1" presStyleIdx="2" presStyleCnt="5">
        <dgm:presLayoutVars>
          <dgm:bulletEnabled val="1"/>
        </dgm:presLayoutVars>
      </dgm:prSet>
      <dgm:spPr/>
    </dgm:pt>
    <dgm:pt modelId="{395955B0-C81A-49BE-920C-43A36AC7A9E8}" type="pres">
      <dgm:prSet presAssocID="{E2E38049-18F7-4FD9-BA70-97DE5E4CD49E}" presName="spNode" presStyleCnt="0"/>
      <dgm:spPr/>
    </dgm:pt>
    <dgm:pt modelId="{07FA3680-C84D-4C32-91C5-1436D61FD314}" type="pres">
      <dgm:prSet presAssocID="{96074530-0CD9-4709-972D-EC39FE939A87}" presName="sibTrans" presStyleLbl="sibTrans1D1" presStyleIdx="2" presStyleCnt="5"/>
      <dgm:spPr/>
    </dgm:pt>
    <dgm:pt modelId="{DE7CACB3-DA1C-4CE5-96DF-689864417422}" type="pres">
      <dgm:prSet presAssocID="{3A92D9A9-A02C-488D-9DEC-A02DCE90D5D2}" presName="node" presStyleLbl="node1" presStyleIdx="3" presStyleCnt="5">
        <dgm:presLayoutVars>
          <dgm:bulletEnabled val="1"/>
        </dgm:presLayoutVars>
      </dgm:prSet>
      <dgm:spPr/>
    </dgm:pt>
    <dgm:pt modelId="{F26E00C9-75D5-4F4D-90B1-1886F0D05F5A}" type="pres">
      <dgm:prSet presAssocID="{3A92D9A9-A02C-488D-9DEC-A02DCE90D5D2}" presName="spNode" presStyleCnt="0"/>
      <dgm:spPr/>
    </dgm:pt>
    <dgm:pt modelId="{71E65C45-33D4-432B-B1D9-A5CC328971DF}" type="pres">
      <dgm:prSet presAssocID="{0D723922-DAA5-4362-8D75-29F819DD3275}" presName="sibTrans" presStyleLbl="sibTrans1D1" presStyleIdx="3" presStyleCnt="5"/>
      <dgm:spPr/>
    </dgm:pt>
    <dgm:pt modelId="{CC6CBD34-30F3-4EBC-A273-58DDCCB1FB0B}" type="pres">
      <dgm:prSet presAssocID="{353427EB-1E3D-4B27-A9D5-7F2E5942DD6D}" presName="node" presStyleLbl="node1" presStyleIdx="4" presStyleCnt="5">
        <dgm:presLayoutVars>
          <dgm:bulletEnabled val="1"/>
        </dgm:presLayoutVars>
      </dgm:prSet>
      <dgm:spPr/>
    </dgm:pt>
    <dgm:pt modelId="{EBEA1663-9742-4B64-A6B2-D2FDE358E747}" type="pres">
      <dgm:prSet presAssocID="{353427EB-1E3D-4B27-A9D5-7F2E5942DD6D}" presName="spNode" presStyleCnt="0"/>
      <dgm:spPr/>
    </dgm:pt>
    <dgm:pt modelId="{C5A6BB39-33E0-434D-9F6E-5965EA811FE5}" type="pres">
      <dgm:prSet presAssocID="{53061939-F85D-453A-A4F8-E9260A4693AC}" presName="sibTrans" presStyleLbl="sibTrans1D1" presStyleIdx="4" presStyleCnt="5"/>
      <dgm:spPr/>
    </dgm:pt>
  </dgm:ptLst>
  <dgm:cxnLst>
    <dgm:cxn modelId="{0256BD01-600D-4127-801F-9A6843B1A1D0}" srcId="{BEE3B36A-F748-4CC7-827B-352FDCB28683}" destId="{1CF77E4D-C0BD-4A97-A5D4-D6B1ED743674}" srcOrd="1" destOrd="0" parTransId="{D3EE412E-F683-402D-9625-58BA7C308727}" sibTransId="{C6057802-0272-4CC6-B53F-E0F7821471EB}"/>
    <dgm:cxn modelId="{347E7314-CC8D-4342-878F-04FACE539577}" type="presOf" srcId="{353427EB-1E3D-4B27-A9D5-7F2E5942DD6D}" destId="{CC6CBD34-30F3-4EBC-A273-58DDCCB1FB0B}" srcOrd="0" destOrd="0" presId="urn:microsoft.com/office/officeart/2005/8/layout/cycle6"/>
    <dgm:cxn modelId="{FD469616-2C2D-4290-9DE3-69EDB738BE2F}" srcId="{BEE3B36A-F748-4CC7-827B-352FDCB28683}" destId="{353427EB-1E3D-4B27-A9D5-7F2E5942DD6D}" srcOrd="4" destOrd="0" parTransId="{C7635A4D-46D3-46A8-AFBF-22EEAB3D95A0}" sibTransId="{53061939-F85D-453A-A4F8-E9260A4693AC}"/>
    <dgm:cxn modelId="{2283D327-A52F-4B88-8B52-45F03D421C99}" type="presOf" srcId="{BEE3B36A-F748-4CC7-827B-352FDCB28683}" destId="{DA32DA1F-F097-41A0-8D85-4EC9D3634656}" srcOrd="0" destOrd="0" presId="urn:microsoft.com/office/officeart/2005/8/layout/cycle6"/>
    <dgm:cxn modelId="{000A1A6A-B1B2-462C-BE71-F17D276F732E}" type="presOf" srcId="{886325B4-0614-4C1A-90A6-B777E167D877}" destId="{6726BD66-7149-4DDB-983F-33A098CF5E8B}" srcOrd="0" destOrd="0" presId="urn:microsoft.com/office/officeart/2005/8/layout/cycle6"/>
    <dgm:cxn modelId="{B1E28D4B-986D-4BF2-8B97-3486F7E31F5A}" srcId="{BEE3B36A-F748-4CC7-827B-352FDCB28683}" destId="{3A92D9A9-A02C-488D-9DEC-A02DCE90D5D2}" srcOrd="3" destOrd="0" parTransId="{3C928B46-141B-473A-BF9D-EB1E23B691FB}" sibTransId="{0D723922-DAA5-4362-8D75-29F819DD3275}"/>
    <dgm:cxn modelId="{A792BA4B-9F9E-49E8-B399-C7DC5869A1BE}" type="presOf" srcId="{3A92D9A9-A02C-488D-9DEC-A02DCE90D5D2}" destId="{DE7CACB3-DA1C-4CE5-96DF-689864417422}" srcOrd="0" destOrd="0" presId="urn:microsoft.com/office/officeart/2005/8/layout/cycle6"/>
    <dgm:cxn modelId="{E29D506E-548F-461C-B6EE-EEE66C84EF8D}" type="presOf" srcId="{21703DD5-3B7E-4C5B-A0B9-FBFFDB96DF49}" destId="{775F7954-57C0-4B69-8628-647740F82715}" srcOrd="0" destOrd="0" presId="urn:microsoft.com/office/officeart/2005/8/layout/cycle6"/>
    <dgm:cxn modelId="{A0D87678-1D59-4070-A68B-7FD0C1C52AB9}" srcId="{BEE3B36A-F748-4CC7-827B-352FDCB28683}" destId="{21703DD5-3B7E-4C5B-A0B9-FBFFDB96DF49}" srcOrd="0" destOrd="0" parTransId="{BA9552DC-617C-4661-A38B-D34E8CDAD24A}" sibTransId="{886325B4-0614-4C1A-90A6-B777E167D877}"/>
    <dgm:cxn modelId="{CD429390-1637-478E-90C6-05AA7E1E201E}" type="presOf" srcId="{53061939-F85D-453A-A4F8-E9260A4693AC}" destId="{C5A6BB39-33E0-434D-9F6E-5965EA811FE5}" srcOrd="0" destOrd="0" presId="urn:microsoft.com/office/officeart/2005/8/layout/cycle6"/>
    <dgm:cxn modelId="{1BB7DF98-D24B-4D7B-B36B-95ED14F4716D}" type="presOf" srcId="{C6057802-0272-4CC6-B53F-E0F7821471EB}" destId="{571ABF52-9515-4478-842D-0403C6E2AA49}" srcOrd="0" destOrd="0" presId="urn:microsoft.com/office/officeart/2005/8/layout/cycle6"/>
    <dgm:cxn modelId="{DA1A8CAB-C304-4594-AD1B-7FF5FDE625B2}" type="presOf" srcId="{96074530-0CD9-4709-972D-EC39FE939A87}" destId="{07FA3680-C84D-4C32-91C5-1436D61FD314}" srcOrd="0" destOrd="0" presId="urn:microsoft.com/office/officeart/2005/8/layout/cycle6"/>
    <dgm:cxn modelId="{59687CAD-CED4-4E03-9C8A-7451FD880875}" type="presOf" srcId="{1CF77E4D-C0BD-4A97-A5D4-D6B1ED743674}" destId="{F941C1A1-F3AB-48A9-AE2C-E0FAAF74751F}" srcOrd="0" destOrd="0" presId="urn:microsoft.com/office/officeart/2005/8/layout/cycle6"/>
    <dgm:cxn modelId="{41BF96C3-21DC-4FCF-AFB9-4EE3E48A012C}" type="presOf" srcId="{E2E38049-18F7-4FD9-BA70-97DE5E4CD49E}" destId="{586AA861-045D-41DC-807E-151356489078}" srcOrd="0" destOrd="0" presId="urn:microsoft.com/office/officeart/2005/8/layout/cycle6"/>
    <dgm:cxn modelId="{51782AD0-BF7A-40CB-B7F1-103D95B5DC38}" type="presOf" srcId="{0D723922-DAA5-4362-8D75-29F819DD3275}" destId="{71E65C45-33D4-432B-B1D9-A5CC328971DF}" srcOrd="0" destOrd="0" presId="urn:microsoft.com/office/officeart/2005/8/layout/cycle6"/>
    <dgm:cxn modelId="{D7B436D8-D067-4805-936C-EB356E5E09B3}" srcId="{BEE3B36A-F748-4CC7-827B-352FDCB28683}" destId="{E2E38049-18F7-4FD9-BA70-97DE5E4CD49E}" srcOrd="2" destOrd="0" parTransId="{03064152-727F-4451-943A-BA4D21C53BFF}" sibTransId="{96074530-0CD9-4709-972D-EC39FE939A87}"/>
    <dgm:cxn modelId="{A1442E7C-06A2-4366-BB84-AA98D985EC50}" type="presParOf" srcId="{DA32DA1F-F097-41A0-8D85-4EC9D3634656}" destId="{775F7954-57C0-4B69-8628-647740F82715}" srcOrd="0" destOrd="0" presId="urn:microsoft.com/office/officeart/2005/8/layout/cycle6"/>
    <dgm:cxn modelId="{53920266-F48A-4B99-B195-90CF5156EDC7}" type="presParOf" srcId="{DA32DA1F-F097-41A0-8D85-4EC9D3634656}" destId="{A984114F-1169-44AB-B9DE-1CBF8737D9ED}" srcOrd="1" destOrd="0" presId="urn:microsoft.com/office/officeart/2005/8/layout/cycle6"/>
    <dgm:cxn modelId="{262C2C63-C978-4AD5-8264-BCBCA9B0CE9C}" type="presParOf" srcId="{DA32DA1F-F097-41A0-8D85-4EC9D3634656}" destId="{6726BD66-7149-4DDB-983F-33A098CF5E8B}" srcOrd="2" destOrd="0" presId="urn:microsoft.com/office/officeart/2005/8/layout/cycle6"/>
    <dgm:cxn modelId="{26ECA1A1-DCD2-4149-A009-11AD21C35712}" type="presParOf" srcId="{DA32DA1F-F097-41A0-8D85-4EC9D3634656}" destId="{F941C1A1-F3AB-48A9-AE2C-E0FAAF74751F}" srcOrd="3" destOrd="0" presId="urn:microsoft.com/office/officeart/2005/8/layout/cycle6"/>
    <dgm:cxn modelId="{7ADF1173-1F26-42D3-AB38-40556C5389A0}" type="presParOf" srcId="{DA32DA1F-F097-41A0-8D85-4EC9D3634656}" destId="{3ACFAF8F-D10F-41C7-834D-E70E40387C44}" srcOrd="4" destOrd="0" presId="urn:microsoft.com/office/officeart/2005/8/layout/cycle6"/>
    <dgm:cxn modelId="{27F9BEC5-E802-452C-9022-A588E8B1E15A}" type="presParOf" srcId="{DA32DA1F-F097-41A0-8D85-4EC9D3634656}" destId="{571ABF52-9515-4478-842D-0403C6E2AA49}" srcOrd="5" destOrd="0" presId="urn:microsoft.com/office/officeart/2005/8/layout/cycle6"/>
    <dgm:cxn modelId="{979E3A4E-7081-4737-81F9-684B8FC15002}" type="presParOf" srcId="{DA32DA1F-F097-41A0-8D85-4EC9D3634656}" destId="{586AA861-045D-41DC-807E-151356489078}" srcOrd="6" destOrd="0" presId="urn:microsoft.com/office/officeart/2005/8/layout/cycle6"/>
    <dgm:cxn modelId="{B46B9503-0DA6-434E-9D3E-D3B7D9BD1C5F}" type="presParOf" srcId="{DA32DA1F-F097-41A0-8D85-4EC9D3634656}" destId="{395955B0-C81A-49BE-920C-43A36AC7A9E8}" srcOrd="7" destOrd="0" presId="urn:microsoft.com/office/officeart/2005/8/layout/cycle6"/>
    <dgm:cxn modelId="{375A0DDB-934D-4F1D-969C-BDF35BA65CB3}" type="presParOf" srcId="{DA32DA1F-F097-41A0-8D85-4EC9D3634656}" destId="{07FA3680-C84D-4C32-91C5-1436D61FD314}" srcOrd="8" destOrd="0" presId="urn:microsoft.com/office/officeart/2005/8/layout/cycle6"/>
    <dgm:cxn modelId="{8A576AC5-6F92-4DDB-9842-8B153C1F482F}" type="presParOf" srcId="{DA32DA1F-F097-41A0-8D85-4EC9D3634656}" destId="{DE7CACB3-DA1C-4CE5-96DF-689864417422}" srcOrd="9" destOrd="0" presId="urn:microsoft.com/office/officeart/2005/8/layout/cycle6"/>
    <dgm:cxn modelId="{50E584A8-4F60-4332-B2FD-E71797E44057}" type="presParOf" srcId="{DA32DA1F-F097-41A0-8D85-4EC9D3634656}" destId="{F26E00C9-75D5-4F4D-90B1-1886F0D05F5A}" srcOrd="10" destOrd="0" presId="urn:microsoft.com/office/officeart/2005/8/layout/cycle6"/>
    <dgm:cxn modelId="{5C04B0A8-7014-4903-AE85-C2AA8EF8A70B}" type="presParOf" srcId="{DA32DA1F-F097-41A0-8D85-4EC9D3634656}" destId="{71E65C45-33D4-432B-B1D9-A5CC328971DF}" srcOrd="11" destOrd="0" presId="urn:microsoft.com/office/officeart/2005/8/layout/cycle6"/>
    <dgm:cxn modelId="{67D1C1C0-1C43-4F14-B346-2AB817DC766B}" type="presParOf" srcId="{DA32DA1F-F097-41A0-8D85-4EC9D3634656}" destId="{CC6CBD34-30F3-4EBC-A273-58DDCCB1FB0B}" srcOrd="12" destOrd="0" presId="urn:microsoft.com/office/officeart/2005/8/layout/cycle6"/>
    <dgm:cxn modelId="{5B0AE584-BC6A-4DE2-8614-CE58E206E646}" type="presParOf" srcId="{DA32DA1F-F097-41A0-8D85-4EC9D3634656}" destId="{EBEA1663-9742-4B64-A6B2-D2FDE358E747}" srcOrd="13" destOrd="0" presId="urn:microsoft.com/office/officeart/2005/8/layout/cycle6"/>
    <dgm:cxn modelId="{C4AF8E01-1ECA-4CB2-A5F1-EB701D15EA9D}" type="presParOf" srcId="{DA32DA1F-F097-41A0-8D85-4EC9D3634656}" destId="{C5A6BB39-33E0-434D-9F6E-5965EA811FE5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5DFA12-4E81-4400-9FE8-0CE78E6CBCF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4DD651-D6C0-489E-A1E1-B8A275589BE5}">
      <dgm:prSet custT="1"/>
      <dgm:spPr/>
      <dgm:t>
        <a:bodyPr/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Enabling GUEST TO LOOK FOR DIFFERENT OPTON AND GATHER DATA</a:t>
          </a:r>
        </a:p>
      </dgm:t>
    </dgm:pt>
    <dgm:pt modelId="{6C648B8B-E125-4F64-91F2-19C46E776AA3}" type="parTrans" cxnId="{2161F5F5-82F0-4070-BDDC-643B1DF83944}">
      <dgm:prSet/>
      <dgm:spPr/>
      <dgm:t>
        <a:bodyPr/>
        <a:lstStyle/>
        <a:p>
          <a:endParaRPr lang="en-US"/>
        </a:p>
      </dgm:t>
    </dgm:pt>
    <dgm:pt modelId="{A6344F7C-5AF3-4AAC-873B-55C77BAB720C}" type="sibTrans" cxnId="{2161F5F5-82F0-4070-BDDC-643B1DF83944}">
      <dgm:prSet/>
      <dgm:spPr/>
      <dgm:t>
        <a:bodyPr/>
        <a:lstStyle/>
        <a:p>
          <a:endParaRPr lang="en-US"/>
        </a:p>
      </dgm:t>
    </dgm:pt>
    <dgm:pt modelId="{0FD19469-4E5F-423F-B0CC-58A07A4C71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Data is collected by bot and table reservation is done.</a:t>
          </a:r>
        </a:p>
      </dgm:t>
    </dgm:pt>
    <dgm:pt modelId="{5399D334-9881-408E-BCFB-721045B23C68}" type="parTrans" cxnId="{2A20ED14-336E-4E2A-BAC8-6F51897133ED}">
      <dgm:prSet/>
      <dgm:spPr/>
      <dgm:t>
        <a:bodyPr/>
        <a:lstStyle/>
        <a:p>
          <a:endParaRPr lang="en-US"/>
        </a:p>
      </dgm:t>
    </dgm:pt>
    <dgm:pt modelId="{D3ACA5A3-1384-423A-8172-1291285C6FA7}" type="sibTrans" cxnId="{2A20ED14-336E-4E2A-BAC8-6F51897133ED}">
      <dgm:prSet/>
      <dgm:spPr/>
      <dgm:t>
        <a:bodyPr/>
        <a:lstStyle/>
        <a:p>
          <a:endParaRPr lang="en-US"/>
        </a:p>
      </dgm:t>
    </dgm:pt>
    <dgm:pt modelId="{B29A628C-F6CC-458C-BB81-B5A94584DA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modelled with Data Service and kept intact.</a:t>
          </a:r>
        </a:p>
      </dgm:t>
    </dgm:pt>
    <dgm:pt modelId="{4CC2B846-2174-4291-9B24-7D79F3B8A807}" type="parTrans" cxnId="{DDB0D209-9EE3-422F-AB46-4726A03603DB}">
      <dgm:prSet/>
      <dgm:spPr/>
      <dgm:t>
        <a:bodyPr/>
        <a:lstStyle/>
        <a:p>
          <a:endParaRPr lang="en-US"/>
        </a:p>
      </dgm:t>
    </dgm:pt>
    <dgm:pt modelId="{36A9BE70-6B50-4801-825F-525E612FF90D}" type="sibTrans" cxnId="{DDB0D209-9EE3-422F-AB46-4726A03603DB}">
      <dgm:prSet/>
      <dgm:spPr/>
      <dgm:t>
        <a:bodyPr/>
        <a:lstStyle/>
        <a:p>
          <a:endParaRPr lang="en-US"/>
        </a:p>
      </dgm:t>
    </dgm:pt>
    <dgm:pt modelId="{9731A0BB-8694-46DD-843F-02378EBA62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SMS sent with the booking details</a:t>
          </a:r>
        </a:p>
      </dgm:t>
    </dgm:pt>
    <dgm:pt modelId="{BFB51EBF-0445-4352-85F4-CD77AF06EE90}" type="parTrans" cxnId="{82B9F1A4-A262-48C6-BA00-45E279C108DD}">
      <dgm:prSet/>
      <dgm:spPr/>
      <dgm:t>
        <a:bodyPr/>
        <a:lstStyle/>
        <a:p>
          <a:endParaRPr lang="en-US"/>
        </a:p>
      </dgm:t>
    </dgm:pt>
    <dgm:pt modelId="{BB59BE7C-0DDF-4A13-8AD5-653F0AE17F0B}" type="sibTrans" cxnId="{82B9F1A4-A262-48C6-BA00-45E279C108DD}">
      <dgm:prSet/>
      <dgm:spPr/>
      <dgm:t>
        <a:bodyPr/>
        <a:lstStyle/>
        <a:p>
          <a:endParaRPr lang="en-US"/>
        </a:p>
      </dgm:t>
    </dgm:pt>
    <dgm:pt modelId="{B4E83C3B-0A81-4015-BCAD-67F7F6937430}" type="pres">
      <dgm:prSet presAssocID="{315DFA12-4E81-4400-9FE8-0CE78E6CBCF0}" presName="root" presStyleCnt="0">
        <dgm:presLayoutVars>
          <dgm:dir/>
          <dgm:resizeHandles val="exact"/>
        </dgm:presLayoutVars>
      </dgm:prSet>
      <dgm:spPr/>
    </dgm:pt>
    <dgm:pt modelId="{7AA5A6ED-4E77-4BA1-8300-96D01BE8A15D}" type="pres">
      <dgm:prSet presAssocID="{2D4DD651-D6C0-489E-A1E1-B8A275589BE5}" presName="compNode" presStyleCnt="0"/>
      <dgm:spPr/>
    </dgm:pt>
    <dgm:pt modelId="{49A1F741-2211-447D-9ADF-8B89D7A20107}" type="pres">
      <dgm:prSet presAssocID="{2D4DD651-D6C0-489E-A1E1-B8A275589BE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E99FE3F-53C1-4771-B9C9-F08490A0D6F4}" type="pres">
      <dgm:prSet presAssocID="{2D4DD651-D6C0-489E-A1E1-B8A275589B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FB4BC99-8415-417B-8B3F-9765B5FB4750}" type="pres">
      <dgm:prSet presAssocID="{2D4DD651-D6C0-489E-A1E1-B8A275589BE5}" presName="spaceRect" presStyleCnt="0"/>
      <dgm:spPr/>
    </dgm:pt>
    <dgm:pt modelId="{19078C84-FE32-48DF-B51A-FB1650F9BCAF}" type="pres">
      <dgm:prSet presAssocID="{2D4DD651-D6C0-489E-A1E1-B8A275589BE5}" presName="textRect" presStyleLbl="revTx" presStyleIdx="0" presStyleCnt="4">
        <dgm:presLayoutVars>
          <dgm:chMax val="1"/>
          <dgm:chPref val="1"/>
        </dgm:presLayoutVars>
      </dgm:prSet>
      <dgm:spPr/>
    </dgm:pt>
    <dgm:pt modelId="{FE717656-6B84-469A-BE81-7B7EDDFAC3B4}" type="pres">
      <dgm:prSet presAssocID="{A6344F7C-5AF3-4AAC-873B-55C77BAB720C}" presName="sibTrans" presStyleCnt="0"/>
      <dgm:spPr/>
    </dgm:pt>
    <dgm:pt modelId="{06B1B309-C91A-477E-A53B-BA923D8B4C04}" type="pres">
      <dgm:prSet presAssocID="{0FD19469-4E5F-423F-B0CC-58A07A4C7170}" presName="compNode" presStyleCnt="0"/>
      <dgm:spPr/>
    </dgm:pt>
    <dgm:pt modelId="{37E33550-DF64-4960-BAC0-C24975D7A229}" type="pres">
      <dgm:prSet presAssocID="{0FD19469-4E5F-423F-B0CC-58A07A4C717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031E698-8B6D-4116-82FE-F11AB1E2076F}" type="pres">
      <dgm:prSet presAssocID="{0FD19469-4E5F-423F-B0CC-58A07A4C717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A36E13A5-9DB3-4A72-B31A-5B5A1D2AF83B}" type="pres">
      <dgm:prSet presAssocID="{0FD19469-4E5F-423F-B0CC-58A07A4C7170}" presName="spaceRect" presStyleCnt="0"/>
      <dgm:spPr/>
    </dgm:pt>
    <dgm:pt modelId="{3CE29C1E-4B99-43C7-8D38-F5FBD10725CD}" type="pres">
      <dgm:prSet presAssocID="{0FD19469-4E5F-423F-B0CC-58A07A4C7170}" presName="textRect" presStyleLbl="revTx" presStyleIdx="1" presStyleCnt="4">
        <dgm:presLayoutVars>
          <dgm:chMax val="1"/>
          <dgm:chPref val="1"/>
        </dgm:presLayoutVars>
      </dgm:prSet>
      <dgm:spPr/>
    </dgm:pt>
    <dgm:pt modelId="{5B61DF2B-0481-4B35-9C99-2DAB33377F56}" type="pres">
      <dgm:prSet presAssocID="{D3ACA5A3-1384-423A-8172-1291285C6FA7}" presName="sibTrans" presStyleCnt="0"/>
      <dgm:spPr/>
    </dgm:pt>
    <dgm:pt modelId="{8C99644C-89C6-4B95-BB88-5DE35B0DBD2F}" type="pres">
      <dgm:prSet presAssocID="{B29A628C-F6CC-458C-BB81-B5A94584DA3F}" presName="compNode" presStyleCnt="0"/>
      <dgm:spPr/>
    </dgm:pt>
    <dgm:pt modelId="{EFA866C7-EB44-42C0-BE4E-44FE70734BD4}" type="pres">
      <dgm:prSet presAssocID="{B29A628C-F6CC-458C-BB81-B5A94584DA3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92B3F7A-9A94-4F20-BBF8-71ABA2B07563}" type="pres">
      <dgm:prSet presAssocID="{B29A628C-F6CC-458C-BB81-B5A94584DA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FE21A7A2-4BB0-4A70-8AEC-784FA8A6D945}" type="pres">
      <dgm:prSet presAssocID="{B29A628C-F6CC-458C-BB81-B5A94584DA3F}" presName="spaceRect" presStyleCnt="0"/>
      <dgm:spPr/>
    </dgm:pt>
    <dgm:pt modelId="{71F8D28F-7CC7-43F6-A40B-3C1A4CC2EC0B}" type="pres">
      <dgm:prSet presAssocID="{B29A628C-F6CC-458C-BB81-B5A94584DA3F}" presName="textRect" presStyleLbl="revTx" presStyleIdx="2" presStyleCnt="4">
        <dgm:presLayoutVars>
          <dgm:chMax val="1"/>
          <dgm:chPref val="1"/>
        </dgm:presLayoutVars>
      </dgm:prSet>
      <dgm:spPr/>
    </dgm:pt>
    <dgm:pt modelId="{D86658EA-1F30-4B2C-9F9B-06D2AA01FE20}" type="pres">
      <dgm:prSet presAssocID="{36A9BE70-6B50-4801-825F-525E612FF90D}" presName="sibTrans" presStyleCnt="0"/>
      <dgm:spPr/>
    </dgm:pt>
    <dgm:pt modelId="{DA08F097-7D45-496A-BCE7-DBDD0DD746B6}" type="pres">
      <dgm:prSet presAssocID="{9731A0BB-8694-46DD-843F-02378EBA6216}" presName="compNode" presStyleCnt="0"/>
      <dgm:spPr/>
    </dgm:pt>
    <dgm:pt modelId="{4725F0E4-AE75-458E-A66E-7CADB9798E49}" type="pres">
      <dgm:prSet presAssocID="{9731A0BB-8694-46DD-843F-02378EBA621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F1A954-64D0-4A6F-9BBB-E41070A71632}" type="pres">
      <dgm:prSet presAssocID="{9731A0BB-8694-46DD-843F-02378EBA62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DB29DF8-6BF0-4DBF-868A-BECA4E4D992D}" type="pres">
      <dgm:prSet presAssocID="{9731A0BB-8694-46DD-843F-02378EBA6216}" presName="spaceRect" presStyleCnt="0"/>
      <dgm:spPr/>
    </dgm:pt>
    <dgm:pt modelId="{3F451933-D249-4371-A8A6-3A45D44F2C29}" type="pres">
      <dgm:prSet presAssocID="{9731A0BB-8694-46DD-843F-02378EBA62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B0D209-9EE3-422F-AB46-4726A03603DB}" srcId="{315DFA12-4E81-4400-9FE8-0CE78E6CBCF0}" destId="{B29A628C-F6CC-458C-BB81-B5A94584DA3F}" srcOrd="2" destOrd="0" parTransId="{4CC2B846-2174-4291-9B24-7D79F3B8A807}" sibTransId="{36A9BE70-6B50-4801-825F-525E612FF90D}"/>
    <dgm:cxn modelId="{2A20ED14-336E-4E2A-BAC8-6F51897133ED}" srcId="{315DFA12-4E81-4400-9FE8-0CE78E6CBCF0}" destId="{0FD19469-4E5F-423F-B0CC-58A07A4C7170}" srcOrd="1" destOrd="0" parTransId="{5399D334-9881-408E-BCFB-721045B23C68}" sibTransId="{D3ACA5A3-1384-423A-8172-1291285C6FA7}"/>
    <dgm:cxn modelId="{4F2D696A-B3C5-4504-9A39-90E309A5441F}" type="presOf" srcId="{2D4DD651-D6C0-489E-A1E1-B8A275589BE5}" destId="{19078C84-FE32-48DF-B51A-FB1650F9BCAF}" srcOrd="0" destOrd="0" presId="urn:microsoft.com/office/officeart/2018/5/layout/IconLeafLabelList"/>
    <dgm:cxn modelId="{82B9F1A4-A262-48C6-BA00-45E279C108DD}" srcId="{315DFA12-4E81-4400-9FE8-0CE78E6CBCF0}" destId="{9731A0BB-8694-46DD-843F-02378EBA6216}" srcOrd="3" destOrd="0" parTransId="{BFB51EBF-0445-4352-85F4-CD77AF06EE90}" sibTransId="{BB59BE7C-0DDF-4A13-8AD5-653F0AE17F0B}"/>
    <dgm:cxn modelId="{CAE547AB-3460-478F-8E14-0B83FDF5F3A2}" type="presOf" srcId="{315DFA12-4E81-4400-9FE8-0CE78E6CBCF0}" destId="{B4E83C3B-0A81-4015-BCAD-67F7F6937430}" srcOrd="0" destOrd="0" presId="urn:microsoft.com/office/officeart/2018/5/layout/IconLeafLabelList"/>
    <dgm:cxn modelId="{FDDCAEAD-12A9-40D3-B812-0B82E58BD987}" type="presOf" srcId="{9731A0BB-8694-46DD-843F-02378EBA6216}" destId="{3F451933-D249-4371-A8A6-3A45D44F2C29}" srcOrd="0" destOrd="0" presId="urn:microsoft.com/office/officeart/2018/5/layout/IconLeafLabelList"/>
    <dgm:cxn modelId="{FA1254EA-7573-4DA2-B580-CA19BAEE4089}" type="presOf" srcId="{0FD19469-4E5F-423F-B0CC-58A07A4C7170}" destId="{3CE29C1E-4B99-43C7-8D38-F5FBD10725CD}" srcOrd="0" destOrd="0" presId="urn:microsoft.com/office/officeart/2018/5/layout/IconLeafLabelList"/>
    <dgm:cxn modelId="{2161F5F5-82F0-4070-BDDC-643B1DF83944}" srcId="{315DFA12-4E81-4400-9FE8-0CE78E6CBCF0}" destId="{2D4DD651-D6C0-489E-A1E1-B8A275589BE5}" srcOrd="0" destOrd="0" parTransId="{6C648B8B-E125-4F64-91F2-19C46E776AA3}" sibTransId="{A6344F7C-5AF3-4AAC-873B-55C77BAB720C}"/>
    <dgm:cxn modelId="{EA1111FF-532E-4958-B0ED-907D9DCCE2AA}" type="presOf" srcId="{B29A628C-F6CC-458C-BB81-B5A94584DA3F}" destId="{71F8D28F-7CC7-43F6-A40B-3C1A4CC2EC0B}" srcOrd="0" destOrd="0" presId="urn:microsoft.com/office/officeart/2018/5/layout/IconLeafLabelList"/>
    <dgm:cxn modelId="{018CFF51-8395-4406-90D2-2A3834D92D42}" type="presParOf" srcId="{B4E83C3B-0A81-4015-BCAD-67F7F6937430}" destId="{7AA5A6ED-4E77-4BA1-8300-96D01BE8A15D}" srcOrd="0" destOrd="0" presId="urn:microsoft.com/office/officeart/2018/5/layout/IconLeafLabelList"/>
    <dgm:cxn modelId="{8688A77B-33BB-4C01-8C86-019AB732A4EC}" type="presParOf" srcId="{7AA5A6ED-4E77-4BA1-8300-96D01BE8A15D}" destId="{49A1F741-2211-447D-9ADF-8B89D7A20107}" srcOrd="0" destOrd="0" presId="urn:microsoft.com/office/officeart/2018/5/layout/IconLeafLabelList"/>
    <dgm:cxn modelId="{ACC6C74F-4EF4-400B-A46D-E4F37008B0DA}" type="presParOf" srcId="{7AA5A6ED-4E77-4BA1-8300-96D01BE8A15D}" destId="{CE99FE3F-53C1-4771-B9C9-F08490A0D6F4}" srcOrd="1" destOrd="0" presId="urn:microsoft.com/office/officeart/2018/5/layout/IconLeafLabelList"/>
    <dgm:cxn modelId="{1F01CF54-321E-4BB7-ADC7-3D56007B6C41}" type="presParOf" srcId="{7AA5A6ED-4E77-4BA1-8300-96D01BE8A15D}" destId="{5FB4BC99-8415-417B-8B3F-9765B5FB4750}" srcOrd="2" destOrd="0" presId="urn:microsoft.com/office/officeart/2018/5/layout/IconLeafLabelList"/>
    <dgm:cxn modelId="{AE3CBD8F-5ACA-4022-AB5E-F79912C3B3CD}" type="presParOf" srcId="{7AA5A6ED-4E77-4BA1-8300-96D01BE8A15D}" destId="{19078C84-FE32-48DF-B51A-FB1650F9BCAF}" srcOrd="3" destOrd="0" presId="urn:microsoft.com/office/officeart/2018/5/layout/IconLeafLabelList"/>
    <dgm:cxn modelId="{ED12A611-D27F-40C6-BDD0-2B03E3FD0020}" type="presParOf" srcId="{B4E83C3B-0A81-4015-BCAD-67F7F6937430}" destId="{FE717656-6B84-469A-BE81-7B7EDDFAC3B4}" srcOrd="1" destOrd="0" presId="urn:microsoft.com/office/officeart/2018/5/layout/IconLeafLabelList"/>
    <dgm:cxn modelId="{10816706-6B6E-443C-8F8D-95C0D1A7A446}" type="presParOf" srcId="{B4E83C3B-0A81-4015-BCAD-67F7F6937430}" destId="{06B1B309-C91A-477E-A53B-BA923D8B4C04}" srcOrd="2" destOrd="0" presId="urn:microsoft.com/office/officeart/2018/5/layout/IconLeafLabelList"/>
    <dgm:cxn modelId="{E0F36CE8-DC6B-4232-97FF-AA948162C156}" type="presParOf" srcId="{06B1B309-C91A-477E-A53B-BA923D8B4C04}" destId="{37E33550-DF64-4960-BAC0-C24975D7A229}" srcOrd="0" destOrd="0" presId="urn:microsoft.com/office/officeart/2018/5/layout/IconLeafLabelList"/>
    <dgm:cxn modelId="{6A724A17-F902-4D33-B129-3198D54B7D0D}" type="presParOf" srcId="{06B1B309-C91A-477E-A53B-BA923D8B4C04}" destId="{A031E698-8B6D-4116-82FE-F11AB1E2076F}" srcOrd="1" destOrd="0" presId="urn:microsoft.com/office/officeart/2018/5/layout/IconLeafLabelList"/>
    <dgm:cxn modelId="{4E3FB391-6C6A-4855-B570-B886BC0EE315}" type="presParOf" srcId="{06B1B309-C91A-477E-A53B-BA923D8B4C04}" destId="{A36E13A5-9DB3-4A72-B31A-5B5A1D2AF83B}" srcOrd="2" destOrd="0" presId="urn:microsoft.com/office/officeart/2018/5/layout/IconLeafLabelList"/>
    <dgm:cxn modelId="{8CF7A2FF-4E13-4359-84D7-AED8B8AC2B6B}" type="presParOf" srcId="{06B1B309-C91A-477E-A53B-BA923D8B4C04}" destId="{3CE29C1E-4B99-43C7-8D38-F5FBD10725CD}" srcOrd="3" destOrd="0" presId="urn:microsoft.com/office/officeart/2018/5/layout/IconLeafLabelList"/>
    <dgm:cxn modelId="{ADCA1E83-3EE0-4D0F-86E8-6F864A687AAF}" type="presParOf" srcId="{B4E83C3B-0A81-4015-BCAD-67F7F6937430}" destId="{5B61DF2B-0481-4B35-9C99-2DAB33377F56}" srcOrd="3" destOrd="0" presId="urn:microsoft.com/office/officeart/2018/5/layout/IconLeafLabelList"/>
    <dgm:cxn modelId="{FFFDB2C5-0E02-4162-AB1E-44FA9671779C}" type="presParOf" srcId="{B4E83C3B-0A81-4015-BCAD-67F7F6937430}" destId="{8C99644C-89C6-4B95-BB88-5DE35B0DBD2F}" srcOrd="4" destOrd="0" presId="urn:microsoft.com/office/officeart/2018/5/layout/IconLeafLabelList"/>
    <dgm:cxn modelId="{9C87F7BD-87FF-4D1A-A996-5F4C3D2486B5}" type="presParOf" srcId="{8C99644C-89C6-4B95-BB88-5DE35B0DBD2F}" destId="{EFA866C7-EB44-42C0-BE4E-44FE70734BD4}" srcOrd="0" destOrd="0" presId="urn:microsoft.com/office/officeart/2018/5/layout/IconLeafLabelList"/>
    <dgm:cxn modelId="{97DE1BCB-2B25-4920-88C7-ACAF440C0A11}" type="presParOf" srcId="{8C99644C-89C6-4B95-BB88-5DE35B0DBD2F}" destId="{392B3F7A-9A94-4F20-BBF8-71ABA2B07563}" srcOrd="1" destOrd="0" presId="urn:microsoft.com/office/officeart/2018/5/layout/IconLeafLabelList"/>
    <dgm:cxn modelId="{E38FCA13-8D7C-427A-9226-402BC0EAEBEF}" type="presParOf" srcId="{8C99644C-89C6-4B95-BB88-5DE35B0DBD2F}" destId="{FE21A7A2-4BB0-4A70-8AEC-784FA8A6D945}" srcOrd="2" destOrd="0" presId="urn:microsoft.com/office/officeart/2018/5/layout/IconLeafLabelList"/>
    <dgm:cxn modelId="{3E03034D-290A-49B4-A6F5-CE9E36DABB5B}" type="presParOf" srcId="{8C99644C-89C6-4B95-BB88-5DE35B0DBD2F}" destId="{71F8D28F-7CC7-43F6-A40B-3C1A4CC2EC0B}" srcOrd="3" destOrd="0" presId="urn:microsoft.com/office/officeart/2018/5/layout/IconLeafLabelList"/>
    <dgm:cxn modelId="{D6C4B48C-FD63-4920-AA02-B82357E10F99}" type="presParOf" srcId="{B4E83C3B-0A81-4015-BCAD-67F7F6937430}" destId="{D86658EA-1F30-4B2C-9F9B-06D2AA01FE20}" srcOrd="5" destOrd="0" presId="urn:microsoft.com/office/officeart/2018/5/layout/IconLeafLabelList"/>
    <dgm:cxn modelId="{495D01E0-6D0F-4CE5-BE1F-2563D8F9A076}" type="presParOf" srcId="{B4E83C3B-0A81-4015-BCAD-67F7F6937430}" destId="{DA08F097-7D45-496A-BCE7-DBDD0DD746B6}" srcOrd="6" destOrd="0" presId="urn:microsoft.com/office/officeart/2018/5/layout/IconLeafLabelList"/>
    <dgm:cxn modelId="{7620932C-1FCF-4898-8ABE-B3814D9C6B0E}" type="presParOf" srcId="{DA08F097-7D45-496A-BCE7-DBDD0DD746B6}" destId="{4725F0E4-AE75-458E-A66E-7CADB9798E49}" srcOrd="0" destOrd="0" presId="urn:microsoft.com/office/officeart/2018/5/layout/IconLeafLabelList"/>
    <dgm:cxn modelId="{F7105C96-B47D-4148-90C1-5EF3ABD58422}" type="presParOf" srcId="{DA08F097-7D45-496A-BCE7-DBDD0DD746B6}" destId="{1DF1A954-64D0-4A6F-9BBB-E41070A71632}" srcOrd="1" destOrd="0" presId="urn:microsoft.com/office/officeart/2018/5/layout/IconLeafLabelList"/>
    <dgm:cxn modelId="{C623A2A1-4605-4DA9-B20B-F8C8CDB01CB1}" type="presParOf" srcId="{DA08F097-7D45-496A-BCE7-DBDD0DD746B6}" destId="{CDB29DF8-6BF0-4DBF-868A-BECA4E4D992D}" srcOrd="2" destOrd="0" presId="urn:microsoft.com/office/officeart/2018/5/layout/IconLeafLabelList"/>
    <dgm:cxn modelId="{FF1B3DAE-E3F7-4720-9A66-3DD395E9064E}" type="presParOf" srcId="{DA08F097-7D45-496A-BCE7-DBDD0DD746B6}" destId="{3F451933-D249-4371-A8A6-3A45D44F2C2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CBF57-AC26-4DCA-A7B3-1A96F3753C47}">
      <dsp:nvSpPr>
        <dsp:cNvPr id="0" name=""/>
        <dsp:cNvSpPr/>
      </dsp:nvSpPr>
      <dsp:spPr>
        <a:xfrm>
          <a:off x="973190" y="517316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E3440-A3D4-4A76-BC28-554A54683AC0}">
      <dsp:nvSpPr>
        <dsp:cNvPr id="0" name=""/>
        <dsp:cNvSpPr/>
      </dsp:nvSpPr>
      <dsp:spPr>
        <a:xfrm>
          <a:off x="1242597" y="786724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5AEB2-D3B5-4057-9FE3-FD50421F63F8}">
      <dsp:nvSpPr>
        <dsp:cNvPr id="0" name=""/>
        <dsp:cNvSpPr/>
      </dsp:nvSpPr>
      <dsp:spPr>
        <a:xfrm>
          <a:off x="569079" y="2175207"/>
          <a:ext cx="2072362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We have seen RPA altering industries drastically.</a:t>
          </a:r>
        </a:p>
      </dsp:txBody>
      <dsp:txXfrm>
        <a:off x="569079" y="2175207"/>
        <a:ext cx="2072362" cy="1665000"/>
      </dsp:txXfrm>
    </dsp:sp>
    <dsp:sp modelId="{8F2EE041-87A5-4EED-9348-154A30A8FE9A}">
      <dsp:nvSpPr>
        <dsp:cNvPr id="0" name=""/>
        <dsp:cNvSpPr/>
      </dsp:nvSpPr>
      <dsp:spPr>
        <a:xfrm>
          <a:off x="3408216" y="517316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28D03-4AEB-44F2-ADF1-4EB58A6A5FE8}">
      <dsp:nvSpPr>
        <dsp:cNvPr id="0" name=""/>
        <dsp:cNvSpPr/>
      </dsp:nvSpPr>
      <dsp:spPr>
        <a:xfrm>
          <a:off x="3677623" y="786724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8BF6-274F-4257-B39B-C8F28E5A5AC2}">
      <dsp:nvSpPr>
        <dsp:cNvPr id="0" name=""/>
        <dsp:cNvSpPr/>
      </dsp:nvSpPr>
      <dsp:spPr>
        <a:xfrm>
          <a:off x="3004105" y="2175207"/>
          <a:ext cx="2072362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now the potential of RPA for hoteliers to innovate and deliver improved services, has gone sky high.</a:t>
          </a:r>
        </a:p>
      </dsp:txBody>
      <dsp:txXfrm>
        <a:off x="3004105" y="2175207"/>
        <a:ext cx="2072362" cy="1665000"/>
      </dsp:txXfrm>
    </dsp:sp>
    <dsp:sp modelId="{FF48C596-85A6-490F-BC6E-4A4BFED9FFAF}">
      <dsp:nvSpPr>
        <dsp:cNvPr id="0" name=""/>
        <dsp:cNvSpPr/>
      </dsp:nvSpPr>
      <dsp:spPr>
        <a:xfrm>
          <a:off x="5843242" y="517316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C4F06-21AE-4DC2-9F91-32DCB23901E5}">
      <dsp:nvSpPr>
        <dsp:cNvPr id="0" name=""/>
        <dsp:cNvSpPr/>
      </dsp:nvSpPr>
      <dsp:spPr>
        <a:xfrm>
          <a:off x="6112649" y="786724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14D5A-0EC8-4003-B15C-3303E72DB99D}">
      <dsp:nvSpPr>
        <dsp:cNvPr id="0" name=""/>
        <dsp:cNvSpPr/>
      </dsp:nvSpPr>
      <dsp:spPr>
        <a:xfrm>
          <a:off x="5439131" y="2175207"/>
          <a:ext cx="2072362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/>
            <a:t>Our team took such tremendous potential scenario in the area of booking - hotel management.</a:t>
          </a:r>
          <a:endParaRPr lang="en-US" sz="1700" b="1" kern="1200" dirty="0"/>
        </a:p>
      </dsp:txBody>
      <dsp:txXfrm>
        <a:off x="5439131" y="2175207"/>
        <a:ext cx="2072362" cy="1665000"/>
      </dsp:txXfrm>
    </dsp:sp>
    <dsp:sp modelId="{AF41C700-363E-4098-BE9A-A16C5FF13D1F}">
      <dsp:nvSpPr>
        <dsp:cNvPr id="0" name=""/>
        <dsp:cNvSpPr/>
      </dsp:nvSpPr>
      <dsp:spPr>
        <a:xfrm>
          <a:off x="8278268" y="517316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0BB41-64DC-450F-A0CB-96374FD29B63}">
      <dsp:nvSpPr>
        <dsp:cNvPr id="0" name=""/>
        <dsp:cNvSpPr/>
      </dsp:nvSpPr>
      <dsp:spPr>
        <a:xfrm>
          <a:off x="8547675" y="786724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32B47-8F95-4762-A078-D44EED85BF58}">
      <dsp:nvSpPr>
        <dsp:cNvPr id="0" name=""/>
        <dsp:cNvSpPr/>
      </dsp:nvSpPr>
      <dsp:spPr>
        <a:xfrm>
          <a:off x="7874157" y="2175207"/>
          <a:ext cx="2072362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/>
            <a:t>aim is to take care of booking table, and enabling more time to care for guests.</a:t>
          </a:r>
          <a:endParaRPr lang="en-US" sz="1700" b="1" kern="1200" dirty="0"/>
        </a:p>
      </dsp:txBody>
      <dsp:txXfrm>
        <a:off x="7874157" y="2175207"/>
        <a:ext cx="2072362" cy="16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F7954-57C0-4B69-8628-647740F82715}">
      <dsp:nvSpPr>
        <dsp:cNvPr id="0" name=""/>
        <dsp:cNvSpPr/>
      </dsp:nvSpPr>
      <dsp:spPr>
        <a:xfrm>
          <a:off x="2345290" y="42104"/>
          <a:ext cx="1898109" cy="1233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Guest calls a person at restaurant and do the booking.</a:t>
          </a:r>
        </a:p>
      </dsp:txBody>
      <dsp:txXfrm>
        <a:off x="2405518" y="102332"/>
        <a:ext cx="1777653" cy="1113314"/>
      </dsp:txXfrm>
    </dsp:sp>
    <dsp:sp modelId="{6726BD66-7149-4DDB-983F-33A098CF5E8B}">
      <dsp:nvSpPr>
        <dsp:cNvPr id="0" name=""/>
        <dsp:cNvSpPr/>
      </dsp:nvSpPr>
      <dsp:spPr>
        <a:xfrm>
          <a:off x="810404" y="649367"/>
          <a:ext cx="4929768" cy="4929768"/>
        </a:xfrm>
        <a:custGeom>
          <a:avLst/>
          <a:gdLst/>
          <a:ahLst/>
          <a:cxnLst/>
          <a:rect l="0" t="0" r="0" b="0"/>
          <a:pathLst>
            <a:path>
              <a:moveTo>
                <a:pt x="3446108" y="203722"/>
              </a:moveTo>
              <a:arcTo wR="2464884" hR="2464884" stAng="17607497" swAng="1980224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41C1A1-F3AB-48A9-AE2C-E0FAAF74751F}">
      <dsp:nvSpPr>
        <dsp:cNvPr id="0" name=""/>
        <dsp:cNvSpPr/>
      </dsp:nvSpPr>
      <dsp:spPr>
        <a:xfrm>
          <a:off x="4689535" y="1764351"/>
          <a:ext cx="1898109" cy="12337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person from restaurant will get the details one by one and do a data entry.</a:t>
          </a:r>
        </a:p>
      </dsp:txBody>
      <dsp:txXfrm>
        <a:off x="4749763" y="1824579"/>
        <a:ext cx="1777653" cy="1113314"/>
      </dsp:txXfrm>
    </dsp:sp>
    <dsp:sp modelId="{571ABF52-9515-4478-842D-0403C6E2AA49}">
      <dsp:nvSpPr>
        <dsp:cNvPr id="0" name=""/>
        <dsp:cNvSpPr/>
      </dsp:nvSpPr>
      <dsp:spPr>
        <a:xfrm>
          <a:off x="829461" y="678043"/>
          <a:ext cx="4929768" cy="4929768"/>
        </a:xfrm>
        <a:custGeom>
          <a:avLst/>
          <a:gdLst/>
          <a:ahLst/>
          <a:cxnLst/>
          <a:rect l="0" t="0" r="0" b="0"/>
          <a:pathLst>
            <a:path>
              <a:moveTo>
                <a:pt x="4926387" y="2335834"/>
              </a:moveTo>
              <a:arcTo wR="2464884" hR="2464884" stAng="21419933" swAng="2196212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6AA861-045D-41DC-807E-151356489078}">
      <dsp:nvSpPr>
        <dsp:cNvPr id="0" name=""/>
        <dsp:cNvSpPr/>
      </dsp:nvSpPr>
      <dsp:spPr>
        <a:xfrm>
          <a:off x="3794113" y="4520175"/>
          <a:ext cx="1898109" cy="12337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That data must be managed and modelled</a:t>
          </a:r>
          <a:r>
            <a:rPr lang="en-GB" sz="1400" kern="1200" dirty="0"/>
            <a:t> by hotel management team.</a:t>
          </a:r>
          <a:endParaRPr lang="en-US" sz="1400" kern="1200" dirty="0"/>
        </a:p>
      </dsp:txBody>
      <dsp:txXfrm>
        <a:off x="3854341" y="4580403"/>
        <a:ext cx="1777653" cy="1113314"/>
      </dsp:txXfrm>
    </dsp:sp>
    <dsp:sp modelId="{07FA3680-C84D-4C32-91C5-1436D61FD314}">
      <dsp:nvSpPr>
        <dsp:cNvPr id="0" name=""/>
        <dsp:cNvSpPr/>
      </dsp:nvSpPr>
      <dsp:spPr>
        <a:xfrm>
          <a:off x="829461" y="678043"/>
          <a:ext cx="4929768" cy="4929768"/>
        </a:xfrm>
        <a:custGeom>
          <a:avLst/>
          <a:gdLst/>
          <a:ahLst/>
          <a:cxnLst/>
          <a:rect l="0" t="0" r="0" b="0"/>
          <a:pathLst>
            <a:path>
              <a:moveTo>
                <a:pt x="2954860" y="4880578"/>
              </a:moveTo>
              <a:arcTo wR="2464884" hR="2464884" stAng="4712053" swAng="1375894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CACB3-DA1C-4CE5-96DF-689864417422}">
      <dsp:nvSpPr>
        <dsp:cNvPr id="0" name=""/>
        <dsp:cNvSpPr/>
      </dsp:nvSpPr>
      <dsp:spPr>
        <a:xfrm>
          <a:off x="896468" y="4520175"/>
          <a:ext cx="1898109" cy="12337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SMS must be sent to  guest with their booking details.</a:t>
          </a:r>
          <a:endParaRPr lang="en-US" sz="1400" kern="1200" dirty="0"/>
        </a:p>
      </dsp:txBody>
      <dsp:txXfrm>
        <a:off x="956696" y="4580403"/>
        <a:ext cx="1777653" cy="1113314"/>
      </dsp:txXfrm>
    </dsp:sp>
    <dsp:sp modelId="{71E65C45-33D4-432B-B1D9-A5CC328971DF}">
      <dsp:nvSpPr>
        <dsp:cNvPr id="0" name=""/>
        <dsp:cNvSpPr/>
      </dsp:nvSpPr>
      <dsp:spPr>
        <a:xfrm>
          <a:off x="829461" y="678043"/>
          <a:ext cx="4929768" cy="4929768"/>
        </a:xfrm>
        <a:custGeom>
          <a:avLst/>
          <a:gdLst/>
          <a:ahLst/>
          <a:cxnLst/>
          <a:rect l="0" t="0" r="0" b="0"/>
          <a:pathLst>
            <a:path>
              <a:moveTo>
                <a:pt x="411887" y="3829017"/>
              </a:moveTo>
              <a:arcTo wR="2464884" hR="2464884" stAng="8783855" swAng="2196212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CBD34-30F3-4EBC-A273-58DDCCB1FB0B}">
      <dsp:nvSpPr>
        <dsp:cNvPr id="0" name=""/>
        <dsp:cNvSpPr/>
      </dsp:nvSpPr>
      <dsp:spPr>
        <a:xfrm>
          <a:off x="1046" y="1764351"/>
          <a:ext cx="1898109" cy="123377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Need to validate details on guest arrival.</a:t>
          </a:r>
          <a:endParaRPr lang="en-US" sz="1400" kern="1200" dirty="0"/>
        </a:p>
      </dsp:txBody>
      <dsp:txXfrm>
        <a:off x="61274" y="1824579"/>
        <a:ext cx="1777653" cy="1113314"/>
      </dsp:txXfrm>
    </dsp:sp>
    <dsp:sp modelId="{C5A6BB39-33E0-434D-9F6E-5965EA811FE5}">
      <dsp:nvSpPr>
        <dsp:cNvPr id="0" name=""/>
        <dsp:cNvSpPr/>
      </dsp:nvSpPr>
      <dsp:spPr>
        <a:xfrm>
          <a:off x="848517" y="649367"/>
          <a:ext cx="4929768" cy="4929768"/>
        </a:xfrm>
        <a:custGeom>
          <a:avLst/>
          <a:gdLst/>
          <a:ahLst/>
          <a:cxnLst/>
          <a:rect l="0" t="0" r="0" b="0"/>
          <a:pathLst>
            <a:path>
              <a:moveTo>
                <a:pt x="410354" y="1103061"/>
              </a:moveTo>
              <a:arcTo wR="2464884" hR="2464884" stAng="12812279" swAng="1980224"/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1F741-2211-447D-9ADF-8B89D7A20107}">
      <dsp:nvSpPr>
        <dsp:cNvPr id="0" name=""/>
        <dsp:cNvSpPr/>
      </dsp:nvSpPr>
      <dsp:spPr>
        <a:xfrm>
          <a:off x="1153607" y="9679"/>
          <a:ext cx="1463137" cy="14631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9FE3F-53C1-4771-B9C9-F08490A0D6F4}">
      <dsp:nvSpPr>
        <dsp:cNvPr id="0" name=""/>
        <dsp:cNvSpPr/>
      </dsp:nvSpPr>
      <dsp:spPr>
        <a:xfrm>
          <a:off x="1465423" y="321495"/>
          <a:ext cx="839505" cy="8395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78C84-FE32-48DF-B51A-FB1650F9BCAF}">
      <dsp:nvSpPr>
        <dsp:cNvPr id="0" name=""/>
        <dsp:cNvSpPr/>
      </dsp:nvSpPr>
      <dsp:spPr>
        <a:xfrm>
          <a:off x="685882" y="1928548"/>
          <a:ext cx="239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Enabling GUEST TO LOOK FOR DIFFERENT OPTON AND GATHER DATA</a:t>
          </a:r>
        </a:p>
      </dsp:txBody>
      <dsp:txXfrm>
        <a:off x="685882" y="1928548"/>
        <a:ext cx="2398586" cy="720000"/>
      </dsp:txXfrm>
    </dsp:sp>
    <dsp:sp modelId="{37E33550-DF64-4960-BAC0-C24975D7A229}">
      <dsp:nvSpPr>
        <dsp:cNvPr id="0" name=""/>
        <dsp:cNvSpPr/>
      </dsp:nvSpPr>
      <dsp:spPr>
        <a:xfrm>
          <a:off x="3971946" y="9679"/>
          <a:ext cx="1463137" cy="14631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1E698-8B6D-4116-82FE-F11AB1E2076F}">
      <dsp:nvSpPr>
        <dsp:cNvPr id="0" name=""/>
        <dsp:cNvSpPr/>
      </dsp:nvSpPr>
      <dsp:spPr>
        <a:xfrm>
          <a:off x="4283762" y="321495"/>
          <a:ext cx="839505" cy="8395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29C1E-4B99-43C7-8D38-F5FBD10725CD}">
      <dsp:nvSpPr>
        <dsp:cNvPr id="0" name=""/>
        <dsp:cNvSpPr/>
      </dsp:nvSpPr>
      <dsp:spPr>
        <a:xfrm>
          <a:off x="3504221" y="1928548"/>
          <a:ext cx="239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Data is collected by bot and table reservation is done.</a:t>
          </a:r>
        </a:p>
      </dsp:txBody>
      <dsp:txXfrm>
        <a:off x="3504221" y="1928548"/>
        <a:ext cx="2398586" cy="720000"/>
      </dsp:txXfrm>
    </dsp:sp>
    <dsp:sp modelId="{EFA866C7-EB44-42C0-BE4E-44FE70734BD4}">
      <dsp:nvSpPr>
        <dsp:cNvPr id="0" name=""/>
        <dsp:cNvSpPr/>
      </dsp:nvSpPr>
      <dsp:spPr>
        <a:xfrm>
          <a:off x="1153607" y="3248194"/>
          <a:ext cx="1463137" cy="14631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B3F7A-9A94-4F20-BBF8-71ABA2B07563}">
      <dsp:nvSpPr>
        <dsp:cNvPr id="0" name=""/>
        <dsp:cNvSpPr/>
      </dsp:nvSpPr>
      <dsp:spPr>
        <a:xfrm>
          <a:off x="1465423" y="3560011"/>
          <a:ext cx="839505" cy="8395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8D28F-7CC7-43F6-A40B-3C1A4CC2EC0B}">
      <dsp:nvSpPr>
        <dsp:cNvPr id="0" name=""/>
        <dsp:cNvSpPr/>
      </dsp:nvSpPr>
      <dsp:spPr>
        <a:xfrm>
          <a:off x="685882" y="5167063"/>
          <a:ext cx="239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Data modelled with Data Service and kept intact.</a:t>
          </a:r>
        </a:p>
      </dsp:txBody>
      <dsp:txXfrm>
        <a:off x="685882" y="5167063"/>
        <a:ext cx="2398586" cy="720000"/>
      </dsp:txXfrm>
    </dsp:sp>
    <dsp:sp modelId="{4725F0E4-AE75-458E-A66E-7CADB9798E49}">
      <dsp:nvSpPr>
        <dsp:cNvPr id="0" name=""/>
        <dsp:cNvSpPr/>
      </dsp:nvSpPr>
      <dsp:spPr>
        <a:xfrm>
          <a:off x="3971946" y="3248194"/>
          <a:ext cx="1463137" cy="14631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1A954-64D0-4A6F-9BBB-E41070A71632}">
      <dsp:nvSpPr>
        <dsp:cNvPr id="0" name=""/>
        <dsp:cNvSpPr/>
      </dsp:nvSpPr>
      <dsp:spPr>
        <a:xfrm>
          <a:off x="4283762" y="3560011"/>
          <a:ext cx="839505" cy="8395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51933-D249-4371-A8A6-3A45D44F2C29}">
      <dsp:nvSpPr>
        <dsp:cNvPr id="0" name=""/>
        <dsp:cNvSpPr/>
      </dsp:nvSpPr>
      <dsp:spPr>
        <a:xfrm>
          <a:off x="3504221" y="5167063"/>
          <a:ext cx="239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SMS sent with the booking details</a:t>
          </a:r>
        </a:p>
      </dsp:txBody>
      <dsp:txXfrm>
        <a:off x="3504221" y="5167063"/>
        <a:ext cx="239858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D803-BBB8-4B4E-8BA0-93B2B8EB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9E44F-889E-4417-ACD1-5269D9BD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707FD-E1F0-4F72-ABD3-2764BDC2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4FD2E-73C8-4F56-B737-39BB97C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FD500-4B50-4ED4-827B-7F4D6A22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17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8152-03E5-4DC7-86B4-8C04325E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1AD65-D35E-4055-8BC1-A34155AD3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908DF-E013-4806-B693-959B1B98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71A09-24EE-4B6F-AFB5-0EDCFD95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4C083-B465-4E53-B62F-8617D368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72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C1F2-815C-46E3-B914-D7FE0C15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C90D3-B868-4D3C-A9AE-D41CC653E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1CFE2-7460-4354-87B2-26798FF7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C363-FDC8-40E6-B660-2744C510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00709-42BB-4AAC-A10E-FA914D2C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63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8CDB-8ED2-4471-A7EC-BF2F3119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1F58-7BE5-46A1-8BF8-D2B4E6AF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8077-C2AA-4516-97C2-7213E9E50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F9B3C-B51D-45A0-B12A-A58F1CEA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825EE-D6AA-4232-9799-44621EE7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E9747-50EB-42DB-98F1-74A914F5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86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45C9-B3AA-4788-B2EB-BD37CB82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85BD1-D9A3-409E-BECE-9A3826B2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6E4DF-E5F5-4B2C-AA3F-D7A2C4CDF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3C3E3-0DCD-4537-AB48-7327731E3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02135-96E9-45C5-A93A-3E7CD6984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93E3B-5F94-46C4-A25E-9B83A685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4C33E-3FDF-4EA6-8A35-CCF3CB27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45E61-C660-4F91-ACFB-59C153C1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3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9D31-C250-40C9-AE82-4AA27FC0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23584-D814-4768-9AD0-0E48C3F4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BD607-EE17-45EC-9AD9-1078D1699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7940A-CE22-4A3B-8E00-A161946B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12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31976-01F4-4913-89F7-7BAB47D8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6B1E9-7202-4B36-A0E5-7CAF8AB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33B24-1E82-4E98-A3F5-0ADF380B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98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16C6-546D-4ABC-9FF3-D1767082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39FFA-80A0-4DDF-8160-9865F0089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7BE44-F899-41BB-B222-3AA62EDAE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5EF21-0A2B-4742-BEBA-0E2423B2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B0815-1390-414E-8E5A-50674E55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2CEDA-31BD-4C78-979E-7C40AB49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53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A71A-A34C-44DC-A5CA-BB019E7B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DE8D8-E324-4C36-995C-F43713F3E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0F3D9-6B9B-4327-B99F-FC2FFAE8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51A72-8110-4572-B8BF-FE3DB91A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94CE5-C0D6-49AC-B357-AE6E98D7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D02E8-E029-4ADD-8643-97858F0E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20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1F0D-0137-4278-BE92-15DD92C7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1BBC9-B6DB-4F3A-8EB5-9906A4490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7D99-5277-46F8-BCFD-16B81D32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1C1CD-59DC-4CB6-8EDF-AEB66B55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FC2CE-B396-4499-B658-8401C876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56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AB143-FE0E-455E-AE97-917B89E8A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2C564-FCD6-4C99-A516-654840461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61B12-A232-4BDC-B58B-3CF8AFB6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4A6E-3F87-44C7-987D-5AC774D0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33F86-2492-47C8-9331-D9A8E08E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6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BEF2F-0191-42E8-AB4C-6E1A1E2B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8B9E7-44CB-4F1D-BB42-B5AA2DB2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CEF5-08FD-4D78-8215-E8F641C46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DE48D-8355-4D1B-B93F-48923501F296}" type="datetimeFigureOut">
              <a:rPr lang="en-GB" smtClean="0"/>
              <a:t>20/11/2020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0C180-4FFD-4FD7-A6B4-7BB45378E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00B17-FE72-46AE-8C85-A31617266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F2260-2F39-42E1-A4EB-22C785369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53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BFFB6EAD-767A-4A95-9246-C39976AD1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B96BB-A6DD-450E-A60A-57CFF0539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9611" y="753626"/>
            <a:ext cx="5081925" cy="3004145"/>
          </a:xfrm>
        </p:spPr>
        <p:txBody>
          <a:bodyPr>
            <a:normAutofit/>
          </a:bodyPr>
          <a:lstStyle/>
          <a:p>
            <a:r>
              <a:rPr lang="en-US" sz="5100" b="1" u="sng" dirty="0">
                <a:latin typeface="Calibri (Body)"/>
              </a:rPr>
              <a:t>Table Reservation Management for Restaurants</a:t>
            </a:r>
            <a:endParaRPr lang="en-GB" sz="5100" b="1" u="sng" dirty="0">
              <a:latin typeface="Calibri (Body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64516-BC94-415B-A585-B1B1F9CC0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5473" y="4259315"/>
            <a:ext cx="5081926" cy="2189214"/>
          </a:xfrm>
        </p:spPr>
        <p:txBody>
          <a:bodyPr>
            <a:normAutofit/>
          </a:bodyPr>
          <a:lstStyle/>
          <a:p>
            <a:r>
              <a:rPr lang="en-US" dirty="0"/>
              <a:t>Team Titan:</a:t>
            </a:r>
          </a:p>
          <a:p>
            <a:r>
              <a:rPr lang="en-US" dirty="0"/>
              <a:t>-Alok Ranjan Patel</a:t>
            </a:r>
          </a:p>
          <a:p>
            <a:r>
              <a:rPr lang="en-US" dirty="0"/>
              <a:t>-Palaniyappan</a:t>
            </a:r>
            <a:endParaRPr lang="en-GB" dirty="0"/>
          </a:p>
        </p:txBody>
      </p:sp>
      <p:pic>
        <p:nvPicPr>
          <p:cNvPr id="5" name="Picture 4" descr="A picture containing table, indoor, sitting, glass&#10;&#10;Description automatically generated">
            <a:extLst>
              <a:ext uri="{FF2B5EF4-FFF2-40B4-BE49-F238E27FC236}">
                <a16:creationId xmlns:a16="http://schemas.microsoft.com/office/drawing/2014/main" id="{EC4D8B13-A7D1-4045-8BAD-513B7CB123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5" r="19478" b="-2"/>
          <a:stretch/>
        </p:blipFill>
        <p:spPr>
          <a:xfrm>
            <a:off x="470464" y="340312"/>
            <a:ext cx="2565029" cy="2565021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</p:spPr>
      </p:pic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7062BB1-E215-424E-80C4-7E1CF179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0301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368E167-B2D7-4904-BB6B-AE0486A2C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295758"/>
            <a:ext cx="1261243" cy="1648694"/>
          </a:xfrm>
          <a:custGeom>
            <a:avLst/>
            <a:gdLst>
              <a:gd name="connsiteX0" fmla="*/ 824347 w 1261243"/>
              <a:gd name="connsiteY0" fmla="*/ 0 h 1648694"/>
              <a:gd name="connsiteX1" fmla="*/ 1145220 w 1261243"/>
              <a:gd name="connsiteY1" fmla="*/ 64781 h 1648694"/>
              <a:gd name="connsiteX2" fmla="*/ 1261243 w 1261243"/>
              <a:gd name="connsiteY2" fmla="*/ 127757 h 1648694"/>
              <a:gd name="connsiteX3" fmla="*/ 1261243 w 1261243"/>
              <a:gd name="connsiteY3" fmla="*/ 1520938 h 1648694"/>
              <a:gd name="connsiteX4" fmla="*/ 1145220 w 1261243"/>
              <a:gd name="connsiteY4" fmla="*/ 1583913 h 1648694"/>
              <a:gd name="connsiteX5" fmla="*/ 824347 w 1261243"/>
              <a:gd name="connsiteY5" fmla="*/ 1648694 h 1648694"/>
              <a:gd name="connsiteX6" fmla="*/ 0 w 1261243"/>
              <a:gd name="connsiteY6" fmla="*/ 824347 h 1648694"/>
              <a:gd name="connsiteX7" fmla="*/ 824347 w 1261243"/>
              <a:gd name="connsiteY7" fmla="*/ 0 h 1648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1243" h="1648694">
                <a:moveTo>
                  <a:pt x="824347" y="0"/>
                </a:moveTo>
                <a:cubicBezTo>
                  <a:pt x="938165" y="0"/>
                  <a:pt x="1046596" y="23067"/>
                  <a:pt x="1145220" y="64781"/>
                </a:cubicBezTo>
                <a:lnTo>
                  <a:pt x="1261243" y="127757"/>
                </a:lnTo>
                <a:lnTo>
                  <a:pt x="1261243" y="1520938"/>
                </a:lnTo>
                <a:lnTo>
                  <a:pt x="1145220" y="1583913"/>
                </a:lnTo>
                <a:cubicBezTo>
                  <a:pt x="1046596" y="1625627"/>
                  <a:pt x="938165" y="1648694"/>
                  <a:pt x="824347" y="1648694"/>
                </a:cubicBezTo>
                <a:cubicBezTo>
                  <a:pt x="369073" y="1648694"/>
                  <a:pt x="0" y="1279621"/>
                  <a:pt x="0" y="824347"/>
                </a:cubicBezTo>
                <a:cubicBezTo>
                  <a:pt x="0" y="369073"/>
                  <a:pt x="369073" y="0"/>
                  <a:pt x="824347" y="0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FD0FBFA-B43E-40C1-A6E4-B882341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112432" y="4748447"/>
            <a:ext cx="569514" cy="569514"/>
          </a:xfrm>
          <a:prstGeom prst="ellipse">
            <a:avLst/>
          </a:prstGeom>
          <a:noFill/>
          <a:ln w="127000">
            <a:solidFill>
              <a:schemeClr val="accent5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7A671C73-9C75-4F16-93FC-16418F7D1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0" r="1" b="1"/>
          <a:stretch/>
        </p:blipFill>
        <p:spPr>
          <a:xfrm>
            <a:off x="3462220" y="2249403"/>
            <a:ext cx="2565029" cy="2565041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</p:spPr>
      </p:pic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70A21480-D93D-46BE-9A94-B5A80469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3E49524-66B4-4DB0-AD09-DC8B9874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98354" y="6039059"/>
            <a:ext cx="1978348" cy="818941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5EBF8F5-ABE5-4029-A8FC-4E32622D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6562" flipH="1">
            <a:off x="3441866" y="5166681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A878-2006-4420-8F71-559D0BCC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Aim and Approach</a:t>
            </a:r>
            <a:endParaRPr lang="en-GB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5DB392B8-A4F8-4483-BCB0-20233E157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33280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3E6D327E-E2EE-46EB-BE0E-733CBD3604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4492444"/>
                  </p:ext>
                </p:extLst>
              </p:nvPr>
            </p:nvGraphicFramePr>
            <p:xfrm>
              <a:off x="-2971800" y="295275"/>
              <a:ext cx="3048000" cy="1714500"/>
            </p:xfrm>
            <a:graphic>
              <a:graphicData uri="http://schemas.microsoft.com/office/powerpoint/2016/slidezoom">
                <pslz:sldZm>
                  <pslz:sldZmObj sldId="256" cId="569437264">
                    <pslz:zmPr id="{938AE95A-C2CC-4562-BF50-82A2F543130C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3E6D327E-E2EE-46EB-BE0E-733CBD3604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971800" y="29527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566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B1702-206D-4D56-88A9-1147B320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US" sz="4800" dirty="0"/>
              <a:t>AS IS Process - overview</a:t>
            </a:r>
            <a:endParaRPr lang="en-GB" sz="4800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DB5B547-7DFF-4467-B8B6-18B27EDB6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403657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1ACAE91A-2927-448E-96C9-D766D80A0681}"/>
              </a:ext>
            </a:extLst>
          </p:cNvPr>
          <p:cNvSpPr/>
          <p:nvPr/>
        </p:nvSpPr>
        <p:spPr>
          <a:xfrm>
            <a:off x="9021145" y="4391025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9C334C-54AB-4D5E-84FE-DFBDA9CD0CA4}"/>
              </a:ext>
            </a:extLst>
          </p:cNvPr>
          <p:cNvSpPr/>
          <p:nvPr/>
        </p:nvSpPr>
        <p:spPr>
          <a:xfrm>
            <a:off x="7716220" y="4391025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5B8537-C925-4912-BCF4-7E5F685D4CFB}"/>
              </a:ext>
            </a:extLst>
          </p:cNvPr>
          <p:cNvSpPr/>
          <p:nvPr/>
        </p:nvSpPr>
        <p:spPr>
          <a:xfrm>
            <a:off x="8337037" y="1695450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5924CD-F2FD-45F3-8C1E-F8288BE83224}"/>
              </a:ext>
            </a:extLst>
          </p:cNvPr>
          <p:cNvSpPr/>
          <p:nvPr/>
        </p:nvSpPr>
        <p:spPr>
          <a:xfrm>
            <a:off x="9485341" y="2959894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785C2B-E498-4444-B6F8-A501CE46F4C6}"/>
              </a:ext>
            </a:extLst>
          </p:cNvPr>
          <p:cNvSpPr/>
          <p:nvPr/>
        </p:nvSpPr>
        <p:spPr>
          <a:xfrm>
            <a:off x="7201870" y="2959894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23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D5DB8-B7C7-4502-90F4-7D858FBE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53" y="630708"/>
            <a:ext cx="3843322" cy="5256371"/>
          </a:xfrm>
        </p:spPr>
        <p:txBody>
          <a:bodyPr>
            <a:normAutofit/>
          </a:bodyPr>
          <a:lstStyle/>
          <a:p>
            <a:r>
              <a:rPr lang="en-US" sz="4800" dirty="0"/>
              <a:t>To Be Process - Overview</a:t>
            </a:r>
            <a:endParaRPr lang="en-GB" sz="4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AD3775-61B7-42BA-86AC-A4032C66F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623781"/>
              </p:ext>
            </p:extLst>
          </p:nvPr>
        </p:nvGraphicFramePr>
        <p:xfrm>
          <a:off x="5118090" y="37747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73BFE7B0-7B28-4951-A7F0-2E1A804D90D2}"/>
              </a:ext>
            </a:extLst>
          </p:cNvPr>
          <p:cNvSpPr/>
          <p:nvPr/>
        </p:nvSpPr>
        <p:spPr>
          <a:xfrm>
            <a:off x="6897070" y="1905000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8E139F-41BA-44AD-ADDD-F4441E11CE89}"/>
              </a:ext>
            </a:extLst>
          </p:cNvPr>
          <p:cNvSpPr/>
          <p:nvPr/>
        </p:nvSpPr>
        <p:spPr>
          <a:xfrm>
            <a:off x="9670751" y="1905000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4ED945C-88F0-4901-9B19-51A2CAD7B619}"/>
              </a:ext>
            </a:extLst>
          </p:cNvPr>
          <p:cNvSpPr/>
          <p:nvPr/>
        </p:nvSpPr>
        <p:spPr>
          <a:xfrm>
            <a:off x="9687895" y="5143500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GB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B352E9F-6990-4FBD-B359-768E2BAEAC07}"/>
              </a:ext>
            </a:extLst>
          </p:cNvPr>
          <p:cNvSpPr/>
          <p:nvPr/>
        </p:nvSpPr>
        <p:spPr>
          <a:xfrm>
            <a:off x="6889451" y="5133975"/>
            <a:ext cx="248586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752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2203-F952-47F5-AB66-707BCA938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681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 </a:t>
            </a:r>
            <a:endParaRPr lang="en-GB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E9EBD7-25FE-4E3D-B746-8FA8DB28A648}"/>
              </a:ext>
            </a:extLst>
          </p:cNvPr>
          <p:cNvSpPr/>
          <p:nvPr/>
        </p:nvSpPr>
        <p:spPr>
          <a:xfrm>
            <a:off x="447673" y="633412"/>
            <a:ext cx="1171575" cy="5048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  <a:endParaRPr lang="en-GB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A8839-5C88-4F45-A33B-0CD658BC2382}"/>
              </a:ext>
            </a:extLst>
          </p:cNvPr>
          <p:cNvSpPr/>
          <p:nvPr/>
        </p:nvSpPr>
        <p:spPr>
          <a:xfrm>
            <a:off x="4495799" y="476251"/>
            <a:ext cx="1724025" cy="8191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Location list will be given as drop-down option</a:t>
            </a: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9FD84-7624-4DF6-BFE2-D8A6F3E134A7}"/>
              </a:ext>
            </a:extLst>
          </p:cNvPr>
          <p:cNvSpPr/>
          <p:nvPr/>
        </p:nvSpPr>
        <p:spPr>
          <a:xfrm>
            <a:off x="6693692" y="553876"/>
            <a:ext cx="1419226" cy="6638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Guest selects the place and date</a:t>
            </a:r>
            <a:endParaRPr lang="en-GB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D9368-DBCA-4BC6-BEF8-D3B19CA90983}"/>
              </a:ext>
            </a:extLst>
          </p:cNvPr>
          <p:cNvSpPr/>
          <p:nvPr/>
        </p:nvSpPr>
        <p:spPr>
          <a:xfrm>
            <a:off x="1993107" y="476250"/>
            <a:ext cx="2028824" cy="8191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Guests will be given with options to book their table using UiPath Apps</a:t>
            </a:r>
            <a:endParaRPr lang="en-GB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88C02-EDDE-46AB-8C99-12444040F966}"/>
              </a:ext>
            </a:extLst>
          </p:cNvPr>
          <p:cNvSpPr/>
          <p:nvPr/>
        </p:nvSpPr>
        <p:spPr>
          <a:xfrm>
            <a:off x="8550353" y="521491"/>
            <a:ext cx="1183006" cy="728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Bot will validate the date </a:t>
            </a:r>
            <a:endParaRPr lang="en-GB" sz="1400" dirty="0"/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EC13C348-7976-42FF-9285-7A85E534B2E2}"/>
              </a:ext>
            </a:extLst>
          </p:cNvPr>
          <p:cNvSpPr/>
          <p:nvPr/>
        </p:nvSpPr>
        <p:spPr>
          <a:xfrm>
            <a:off x="9456420" y="1384456"/>
            <a:ext cx="1461136" cy="87106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Date is wrong</a:t>
            </a:r>
            <a:endParaRPr lang="en-GB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3BB7F-FD81-4B94-9436-DA5708183865}"/>
              </a:ext>
            </a:extLst>
          </p:cNvPr>
          <p:cNvSpPr/>
          <p:nvPr/>
        </p:nvSpPr>
        <p:spPr>
          <a:xfrm>
            <a:off x="8401050" y="2446017"/>
            <a:ext cx="1368742" cy="871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UiPath apps will suggest to choose the right date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E3352F-54F2-4EEB-9BDE-E1D4BDD7B309}"/>
              </a:ext>
            </a:extLst>
          </p:cNvPr>
          <p:cNvSpPr/>
          <p:nvPr/>
        </p:nvSpPr>
        <p:spPr>
          <a:xfrm>
            <a:off x="10544175" y="2509837"/>
            <a:ext cx="1314450" cy="750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Bot will ask for lunch or dinner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28973C6D-F57F-4093-928B-560F076E447B}"/>
              </a:ext>
            </a:extLst>
          </p:cNvPr>
          <p:cNvSpPr/>
          <p:nvPr/>
        </p:nvSpPr>
        <p:spPr>
          <a:xfrm>
            <a:off x="3848100" y="1475899"/>
            <a:ext cx="45719" cy="4571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F0735C1E-5118-4CF7-B393-4FA5D1E67537}"/>
              </a:ext>
            </a:extLst>
          </p:cNvPr>
          <p:cNvSpPr/>
          <p:nvPr/>
        </p:nvSpPr>
        <p:spPr>
          <a:xfrm>
            <a:off x="9304020" y="3579256"/>
            <a:ext cx="1659255" cy="87106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Dinning option</a:t>
            </a:r>
            <a:endParaRPr lang="en-GB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A8C7D-E8D6-4CC2-B8E8-16FE9998E5C5}"/>
              </a:ext>
            </a:extLst>
          </p:cNvPr>
          <p:cNvSpPr/>
          <p:nvPr/>
        </p:nvSpPr>
        <p:spPr>
          <a:xfrm>
            <a:off x="8401050" y="4712255"/>
            <a:ext cx="1368742" cy="6324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Bot will look for Slots available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566977-BA6E-4B68-A1CD-EECFA1FAD611}"/>
              </a:ext>
            </a:extLst>
          </p:cNvPr>
          <p:cNvSpPr/>
          <p:nvPr/>
        </p:nvSpPr>
        <p:spPr>
          <a:xfrm>
            <a:off x="10544175" y="4653440"/>
            <a:ext cx="1314450" cy="750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Bot will look for Dinner slots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0590A4-BC32-43F7-B0F0-A2A6FDAAABF8}"/>
              </a:ext>
            </a:extLst>
          </p:cNvPr>
          <p:cNvSpPr/>
          <p:nvPr/>
        </p:nvSpPr>
        <p:spPr>
          <a:xfrm>
            <a:off x="6693691" y="5553074"/>
            <a:ext cx="1526383" cy="7510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will be given option to choose time slots</a:t>
            </a:r>
            <a:endParaRPr lang="en-GB" sz="1400" dirty="0"/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1876E846-9981-4CFF-ACDF-A50BD5986AD3}"/>
              </a:ext>
            </a:extLst>
          </p:cNvPr>
          <p:cNvSpPr/>
          <p:nvPr/>
        </p:nvSpPr>
        <p:spPr>
          <a:xfrm>
            <a:off x="4405310" y="4040745"/>
            <a:ext cx="1790701" cy="81915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no slots available</a:t>
            </a:r>
            <a:endParaRPr lang="en-GB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DA78F-4264-4B4E-B5EC-7A68C2695457}"/>
              </a:ext>
            </a:extLst>
          </p:cNvPr>
          <p:cNvSpPr/>
          <p:nvPr/>
        </p:nvSpPr>
        <p:spPr>
          <a:xfrm>
            <a:off x="3131818" y="4791075"/>
            <a:ext cx="1699263" cy="591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User will be redirected to choose another slot</a:t>
            </a:r>
            <a:endParaRPr lang="en-GB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EB801-1061-4D96-BCC1-920D2DA1C348}"/>
              </a:ext>
            </a:extLst>
          </p:cNvPr>
          <p:cNvSpPr/>
          <p:nvPr/>
        </p:nvSpPr>
        <p:spPr>
          <a:xfrm>
            <a:off x="4831081" y="5648325"/>
            <a:ext cx="1357785" cy="591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Click Reserve table</a:t>
            </a:r>
            <a:endParaRPr lang="en-GB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3FE58C-A96D-49F5-8E42-E4E311B450A2}"/>
              </a:ext>
            </a:extLst>
          </p:cNvPr>
          <p:cNvSpPr/>
          <p:nvPr/>
        </p:nvSpPr>
        <p:spPr>
          <a:xfrm>
            <a:off x="3149921" y="5623085"/>
            <a:ext cx="1357784" cy="6291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Mobile Number and OTP Validation</a:t>
            </a:r>
            <a:endParaRPr lang="en-GB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36FFC1-65E6-4249-A531-CB4C961C4975}"/>
              </a:ext>
            </a:extLst>
          </p:cNvPr>
          <p:cNvSpPr/>
          <p:nvPr/>
        </p:nvSpPr>
        <p:spPr>
          <a:xfrm>
            <a:off x="1828801" y="5610225"/>
            <a:ext cx="1085850" cy="6938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SMS will be sent with details</a:t>
            </a:r>
            <a:endParaRPr lang="en-GB" sz="13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AEB632-6FE3-41F3-AAFD-3C46B76945F2}"/>
              </a:ext>
            </a:extLst>
          </p:cNvPr>
          <p:cNvSpPr/>
          <p:nvPr/>
        </p:nvSpPr>
        <p:spPr>
          <a:xfrm>
            <a:off x="447673" y="5684282"/>
            <a:ext cx="1171575" cy="5048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End</a:t>
            </a:r>
            <a:endParaRPr lang="en-GB" sz="1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26BFEB-5969-4E9D-97E0-F6C643F4E93F}"/>
              </a:ext>
            </a:extLst>
          </p:cNvPr>
          <p:cNvCxnSpPr>
            <a:stCxn id="4" idx="6"/>
            <a:endCxn id="8" idx="1"/>
          </p:cNvCxnSpPr>
          <p:nvPr/>
        </p:nvCxnSpPr>
        <p:spPr>
          <a:xfrm>
            <a:off x="1619248" y="885825"/>
            <a:ext cx="3738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ABAAAC-D2A7-470E-BEE6-F1108CDE839B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4021931" y="885826"/>
            <a:ext cx="4738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75161C-7917-4556-8DB3-F223C7A5905F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219824" y="885824"/>
            <a:ext cx="47386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B29B86-2B63-4D59-9F7D-4EFF1401F0FE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8112918" y="885823"/>
            <a:ext cx="43743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82E8772-3B61-43B8-92A4-826C615465C7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9733359" y="885823"/>
            <a:ext cx="453629" cy="4986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A649785-AD6D-43A5-8A99-BD829227FB30}"/>
              </a:ext>
            </a:extLst>
          </p:cNvPr>
          <p:cNvCxnSpPr>
            <a:stCxn id="11" idx="1"/>
            <a:endCxn id="12" idx="0"/>
          </p:cNvCxnSpPr>
          <p:nvPr/>
        </p:nvCxnSpPr>
        <p:spPr>
          <a:xfrm rot="10800000" flipV="1">
            <a:off x="9085422" y="1819987"/>
            <a:ext cx="370999" cy="6260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E262663-64BA-44DE-8A2B-431BC2EA35A9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>
            <a:off x="10917556" y="1819988"/>
            <a:ext cx="283844" cy="689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051D566-58D2-44B7-BDD2-91420E683632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rot="16200000" flipH="1">
            <a:off x="9478447" y="2924054"/>
            <a:ext cx="262175" cy="10482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5543131-8EAA-42F6-A790-79532898F49E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5400000">
            <a:off x="10507862" y="2885717"/>
            <a:ext cx="319325" cy="10677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4BC64CC-F3C4-43FD-9E6E-CEAB7F6C6C19}"/>
              </a:ext>
            </a:extLst>
          </p:cNvPr>
          <p:cNvCxnSpPr>
            <a:stCxn id="15" idx="1"/>
            <a:endCxn id="16" idx="0"/>
          </p:cNvCxnSpPr>
          <p:nvPr/>
        </p:nvCxnSpPr>
        <p:spPr>
          <a:xfrm rot="10800000" flipV="1">
            <a:off x="9085422" y="4014787"/>
            <a:ext cx="218599" cy="697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5D2F5C2-3A19-4B37-B6BB-D6576857BB8A}"/>
              </a:ext>
            </a:extLst>
          </p:cNvPr>
          <p:cNvCxnSpPr>
            <a:stCxn id="15" idx="3"/>
            <a:endCxn id="17" idx="0"/>
          </p:cNvCxnSpPr>
          <p:nvPr/>
        </p:nvCxnSpPr>
        <p:spPr>
          <a:xfrm>
            <a:off x="10963275" y="4014788"/>
            <a:ext cx="238125" cy="638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9750583-48FF-484B-9DEB-227F2082D716}"/>
              </a:ext>
            </a:extLst>
          </p:cNvPr>
          <p:cNvCxnSpPr>
            <a:stCxn id="16" idx="2"/>
            <a:endCxn id="18" idx="3"/>
          </p:cNvCxnSpPr>
          <p:nvPr/>
        </p:nvCxnSpPr>
        <p:spPr>
          <a:xfrm rot="5400000">
            <a:off x="8360808" y="5203986"/>
            <a:ext cx="583880" cy="8653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2516EF-1CA7-42BE-901F-1EB1BFDB7526}"/>
              </a:ext>
            </a:extLst>
          </p:cNvPr>
          <p:cNvCxnSpPr>
            <a:stCxn id="17" idx="2"/>
            <a:endCxn id="18" idx="3"/>
          </p:cNvCxnSpPr>
          <p:nvPr/>
        </p:nvCxnSpPr>
        <p:spPr>
          <a:xfrm rot="5400000">
            <a:off x="9448205" y="4175403"/>
            <a:ext cx="525065" cy="29813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D098AAE-1B08-4AA2-99FD-55FB921F8364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rot="10800000">
            <a:off x="6196011" y="4450321"/>
            <a:ext cx="497680" cy="14782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C7B4575-5038-4475-877C-58113592C425}"/>
              </a:ext>
            </a:extLst>
          </p:cNvPr>
          <p:cNvCxnSpPr>
            <a:stCxn id="19" idx="1"/>
            <a:endCxn id="20" idx="0"/>
          </p:cNvCxnSpPr>
          <p:nvPr/>
        </p:nvCxnSpPr>
        <p:spPr>
          <a:xfrm rot="10800000" flipV="1">
            <a:off x="3981450" y="4450319"/>
            <a:ext cx="423860" cy="3407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C757007D-1363-4D2F-BD75-C341933AF6C1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rot="16200000" flipH="1">
            <a:off x="5011102" y="5149453"/>
            <a:ext cx="788430" cy="2093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E538FE1-45D2-44D5-ADC7-FAE61F3ACF09}"/>
              </a:ext>
            </a:extLst>
          </p:cNvPr>
          <p:cNvCxnSpPr>
            <a:stCxn id="20" idx="1"/>
            <a:endCxn id="6" idx="2"/>
          </p:cNvCxnSpPr>
          <p:nvPr/>
        </p:nvCxnSpPr>
        <p:spPr>
          <a:xfrm rot="10800000" flipH="1">
            <a:off x="3131818" y="1295402"/>
            <a:ext cx="2225994" cy="3791187"/>
          </a:xfrm>
          <a:prstGeom prst="bentConnector4">
            <a:avLst>
              <a:gd name="adj1" fmla="val -10270"/>
              <a:gd name="adj2" fmla="val 538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9425D992-64D4-46AD-B191-24F025339C07}"/>
              </a:ext>
            </a:extLst>
          </p:cNvPr>
          <p:cNvCxnSpPr>
            <a:stCxn id="21" idx="1"/>
            <a:endCxn id="22" idx="3"/>
          </p:cNvCxnSpPr>
          <p:nvPr/>
        </p:nvCxnSpPr>
        <p:spPr>
          <a:xfrm rot="10800000">
            <a:off x="4507705" y="5937648"/>
            <a:ext cx="323376" cy="61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7EC500-9F2F-44D5-8483-DCD3AB435906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flipH="1">
            <a:off x="2914651" y="5937648"/>
            <a:ext cx="235270" cy="1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B8D6D4-A6B6-4E23-82B5-0357BD12B0C1}"/>
              </a:ext>
            </a:extLst>
          </p:cNvPr>
          <p:cNvCxnSpPr>
            <a:stCxn id="23" idx="1"/>
            <a:endCxn id="24" idx="6"/>
          </p:cNvCxnSpPr>
          <p:nvPr/>
        </p:nvCxnSpPr>
        <p:spPr>
          <a:xfrm flipH="1" flipV="1">
            <a:off x="1619248" y="5936695"/>
            <a:ext cx="209553" cy="20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AB3307B-F96F-428F-8378-F634DA14AC6E}"/>
              </a:ext>
            </a:extLst>
          </p:cNvPr>
          <p:cNvSpPr txBox="1"/>
          <p:nvPr/>
        </p:nvSpPr>
        <p:spPr>
          <a:xfrm>
            <a:off x="9020176" y="1577697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GB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4AB105-DA16-4C84-AF0C-772FDEA06F9F}"/>
              </a:ext>
            </a:extLst>
          </p:cNvPr>
          <p:cNvSpPr txBox="1"/>
          <p:nvPr/>
        </p:nvSpPr>
        <p:spPr>
          <a:xfrm>
            <a:off x="10810757" y="1539000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False</a:t>
            </a:r>
            <a:endParaRPr lang="en-GB"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EF00DC-BE77-4F24-8AAB-24A40A86F8F8}"/>
              </a:ext>
            </a:extLst>
          </p:cNvPr>
          <p:cNvSpPr txBox="1"/>
          <p:nvPr/>
        </p:nvSpPr>
        <p:spPr>
          <a:xfrm>
            <a:off x="8913495" y="3711295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Lunch</a:t>
            </a:r>
            <a:endParaRPr lang="en-GB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8A6832-C972-4DD7-88A3-0EBB09EADBB5}"/>
              </a:ext>
            </a:extLst>
          </p:cNvPr>
          <p:cNvSpPr txBox="1"/>
          <p:nvPr/>
        </p:nvSpPr>
        <p:spPr>
          <a:xfrm>
            <a:off x="10856120" y="3688557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Dinner</a:t>
            </a:r>
            <a:endParaRPr lang="en-GB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74A967-E82D-4FAB-81E9-884D2A6C4917}"/>
              </a:ext>
            </a:extLst>
          </p:cNvPr>
          <p:cNvSpPr txBox="1"/>
          <p:nvPr/>
        </p:nvSpPr>
        <p:spPr>
          <a:xfrm>
            <a:off x="5391154" y="4843939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False</a:t>
            </a:r>
            <a:endParaRPr lang="en-GB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2B2002-3250-475C-9379-901164EDF934}"/>
              </a:ext>
            </a:extLst>
          </p:cNvPr>
          <p:cNvSpPr txBox="1"/>
          <p:nvPr/>
        </p:nvSpPr>
        <p:spPr>
          <a:xfrm>
            <a:off x="3874769" y="4184095"/>
            <a:ext cx="619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True</a:t>
            </a:r>
            <a:endParaRPr lang="en-GB" sz="1000" dirty="0"/>
          </a:p>
        </p:txBody>
      </p:sp>
      <p:pic>
        <p:nvPicPr>
          <p:cNvPr id="77" name="Graphic 76" descr="Robot">
            <a:extLst>
              <a:ext uri="{FF2B5EF4-FFF2-40B4-BE49-F238E27FC236}">
                <a16:creationId xmlns:a16="http://schemas.microsoft.com/office/drawing/2014/main" id="{D648A36B-2211-45A1-BC19-69B13AE6E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0737" y="170735"/>
            <a:ext cx="465772" cy="465772"/>
          </a:xfrm>
          <a:prstGeom prst="rect">
            <a:avLst/>
          </a:prstGeom>
        </p:spPr>
      </p:pic>
      <p:pic>
        <p:nvPicPr>
          <p:cNvPr id="79" name="Graphic 78" descr="Robot">
            <a:extLst>
              <a:ext uri="{FF2B5EF4-FFF2-40B4-BE49-F238E27FC236}">
                <a16:creationId xmlns:a16="http://schemas.microsoft.com/office/drawing/2014/main" id="{875AD800-1599-485C-90C7-078B35C65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1785" y="1122995"/>
            <a:ext cx="465772" cy="465772"/>
          </a:xfrm>
          <a:prstGeom prst="rect">
            <a:avLst/>
          </a:prstGeom>
        </p:spPr>
      </p:pic>
      <p:pic>
        <p:nvPicPr>
          <p:cNvPr id="80" name="Graphic 79" descr="Robot">
            <a:extLst>
              <a:ext uri="{FF2B5EF4-FFF2-40B4-BE49-F238E27FC236}">
                <a16:creationId xmlns:a16="http://schemas.microsoft.com/office/drawing/2014/main" id="{3A07CBC1-F123-4A4A-9C4F-E1D5C02CC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3205" y="3416143"/>
            <a:ext cx="465772" cy="465772"/>
          </a:xfrm>
          <a:prstGeom prst="rect">
            <a:avLst/>
          </a:prstGeom>
        </p:spPr>
      </p:pic>
      <p:pic>
        <p:nvPicPr>
          <p:cNvPr id="81" name="Graphic 80" descr="Robot">
            <a:extLst>
              <a:ext uri="{FF2B5EF4-FFF2-40B4-BE49-F238E27FC236}">
                <a16:creationId xmlns:a16="http://schemas.microsoft.com/office/drawing/2014/main" id="{7A6B513D-3780-4999-A7D1-17F9E9EEF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0702" y="5373768"/>
            <a:ext cx="465772" cy="465772"/>
          </a:xfrm>
          <a:prstGeom prst="rect">
            <a:avLst/>
          </a:prstGeom>
        </p:spPr>
      </p:pic>
      <p:pic>
        <p:nvPicPr>
          <p:cNvPr id="82" name="Graphic 81" descr="Robot">
            <a:extLst>
              <a:ext uri="{FF2B5EF4-FFF2-40B4-BE49-F238E27FC236}">
                <a16:creationId xmlns:a16="http://schemas.microsoft.com/office/drawing/2014/main" id="{97EADB1F-5C60-40A6-B58F-A622BA451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0653" y="5320188"/>
            <a:ext cx="465772" cy="465772"/>
          </a:xfrm>
          <a:prstGeom prst="rect">
            <a:avLst/>
          </a:prstGeom>
        </p:spPr>
      </p:pic>
      <p:pic>
        <p:nvPicPr>
          <p:cNvPr id="83" name="Graphic 82" descr="Robot">
            <a:extLst>
              <a:ext uri="{FF2B5EF4-FFF2-40B4-BE49-F238E27FC236}">
                <a16:creationId xmlns:a16="http://schemas.microsoft.com/office/drawing/2014/main" id="{0464FA1C-F45A-40CB-A402-B8673B275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4983" y="3874056"/>
            <a:ext cx="465772" cy="465772"/>
          </a:xfrm>
          <a:prstGeom prst="rect">
            <a:avLst/>
          </a:prstGeom>
        </p:spPr>
      </p:pic>
      <p:pic>
        <p:nvPicPr>
          <p:cNvPr id="84" name="Graphic 83" descr="Robot">
            <a:extLst>
              <a:ext uri="{FF2B5EF4-FFF2-40B4-BE49-F238E27FC236}">
                <a16:creationId xmlns:a16="http://schemas.microsoft.com/office/drawing/2014/main" id="{3009BC3D-C1F4-4B3E-9084-9DC3F16B4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9847" y="6220540"/>
            <a:ext cx="465772" cy="465772"/>
          </a:xfrm>
          <a:prstGeom prst="rect">
            <a:avLst/>
          </a:prstGeom>
        </p:spPr>
      </p:pic>
      <p:pic>
        <p:nvPicPr>
          <p:cNvPr id="86" name="Graphic 85" descr="Web design">
            <a:extLst>
              <a:ext uri="{FF2B5EF4-FFF2-40B4-BE49-F238E27FC236}">
                <a16:creationId xmlns:a16="http://schemas.microsoft.com/office/drawing/2014/main" id="{BDA744A5-1CDE-47FC-A1D7-3F6342481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2383" y="193119"/>
            <a:ext cx="465773" cy="465773"/>
          </a:xfrm>
          <a:prstGeom prst="rect">
            <a:avLst/>
          </a:prstGeom>
        </p:spPr>
      </p:pic>
      <p:pic>
        <p:nvPicPr>
          <p:cNvPr id="87" name="Graphic 86" descr="Web design">
            <a:extLst>
              <a:ext uri="{FF2B5EF4-FFF2-40B4-BE49-F238E27FC236}">
                <a16:creationId xmlns:a16="http://schemas.microsoft.com/office/drawing/2014/main" id="{99FF2107-3908-482A-99CD-BAB9B694BA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4817" y="212290"/>
            <a:ext cx="465773" cy="465773"/>
          </a:xfrm>
          <a:prstGeom prst="rect">
            <a:avLst/>
          </a:prstGeom>
        </p:spPr>
      </p:pic>
      <p:pic>
        <p:nvPicPr>
          <p:cNvPr id="88" name="Graphic 87" descr="Web design">
            <a:extLst>
              <a:ext uri="{FF2B5EF4-FFF2-40B4-BE49-F238E27FC236}">
                <a16:creationId xmlns:a16="http://schemas.microsoft.com/office/drawing/2014/main" id="{EBE5418C-D988-4853-B55A-412B9B599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4372" y="253364"/>
            <a:ext cx="465773" cy="465773"/>
          </a:xfrm>
          <a:prstGeom prst="rect">
            <a:avLst/>
          </a:prstGeom>
        </p:spPr>
      </p:pic>
      <p:pic>
        <p:nvPicPr>
          <p:cNvPr id="89" name="Graphic 88" descr="Web design">
            <a:extLst>
              <a:ext uri="{FF2B5EF4-FFF2-40B4-BE49-F238E27FC236}">
                <a16:creationId xmlns:a16="http://schemas.microsoft.com/office/drawing/2014/main" id="{77781E8D-FD28-45EE-B8CE-0B247AD19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5767" y="2180747"/>
            <a:ext cx="465773" cy="465773"/>
          </a:xfrm>
          <a:prstGeom prst="rect">
            <a:avLst/>
          </a:prstGeom>
        </p:spPr>
      </p:pic>
      <p:pic>
        <p:nvPicPr>
          <p:cNvPr id="90" name="Graphic 89" descr="Web design">
            <a:extLst>
              <a:ext uri="{FF2B5EF4-FFF2-40B4-BE49-F238E27FC236}">
                <a16:creationId xmlns:a16="http://schemas.microsoft.com/office/drawing/2014/main" id="{14D024E3-8814-489F-9D65-C815AA9610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40012" y="2204560"/>
            <a:ext cx="465773" cy="465773"/>
          </a:xfrm>
          <a:prstGeom prst="rect">
            <a:avLst/>
          </a:prstGeom>
        </p:spPr>
      </p:pic>
      <p:pic>
        <p:nvPicPr>
          <p:cNvPr id="91" name="Graphic 90" descr="Web design">
            <a:extLst>
              <a:ext uri="{FF2B5EF4-FFF2-40B4-BE49-F238E27FC236}">
                <a16:creationId xmlns:a16="http://schemas.microsoft.com/office/drawing/2014/main" id="{7D7168CB-F9E0-4C59-AA4D-13209A8D2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7258" y="6167913"/>
            <a:ext cx="465773" cy="465773"/>
          </a:xfrm>
          <a:prstGeom prst="rect">
            <a:avLst/>
          </a:prstGeom>
        </p:spPr>
      </p:pic>
      <p:pic>
        <p:nvPicPr>
          <p:cNvPr id="92" name="Graphic 91" descr="Web design">
            <a:extLst>
              <a:ext uri="{FF2B5EF4-FFF2-40B4-BE49-F238E27FC236}">
                <a16:creationId xmlns:a16="http://schemas.microsoft.com/office/drawing/2014/main" id="{56077E98-FD35-4677-975C-D88C23CA0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6507" y="6167912"/>
            <a:ext cx="465773" cy="465773"/>
          </a:xfrm>
          <a:prstGeom prst="rect">
            <a:avLst/>
          </a:prstGeom>
        </p:spPr>
      </p:pic>
      <p:pic>
        <p:nvPicPr>
          <p:cNvPr id="93" name="Graphic 92" descr="Web design">
            <a:extLst>
              <a:ext uri="{FF2B5EF4-FFF2-40B4-BE49-F238E27FC236}">
                <a16:creationId xmlns:a16="http://schemas.microsoft.com/office/drawing/2014/main" id="{992576C7-BE50-421B-B48A-8E5B22804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049" y="2022633"/>
            <a:ext cx="465773" cy="465773"/>
          </a:xfrm>
          <a:prstGeom prst="rect">
            <a:avLst/>
          </a:prstGeom>
        </p:spPr>
      </p:pic>
      <p:pic>
        <p:nvPicPr>
          <p:cNvPr id="94" name="Graphic 93" descr="Robot">
            <a:extLst>
              <a:ext uri="{FF2B5EF4-FFF2-40B4-BE49-F238E27FC236}">
                <a16:creationId xmlns:a16="http://schemas.microsoft.com/office/drawing/2014/main" id="{9D04D715-63E5-402E-BAB0-E32CCB212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049" y="2541985"/>
            <a:ext cx="465772" cy="4657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65EBFBC-B951-4430-9468-DC845723F8F0}"/>
              </a:ext>
            </a:extLst>
          </p:cNvPr>
          <p:cNvSpPr txBox="1"/>
          <p:nvPr/>
        </p:nvSpPr>
        <p:spPr>
          <a:xfrm>
            <a:off x="1496723" y="210585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UiPath Apps</a:t>
            </a:r>
            <a:endParaRPr lang="en-GB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18BD50-D62A-4D2C-90A6-F526E015EC47}"/>
              </a:ext>
            </a:extLst>
          </p:cNvPr>
          <p:cNvSpPr txBox="1"/>
          <p:nvPr/>
        </p:nvSpPr>
        <p:spPr>
          <a:xfrm>
            <a:off x="1463362" y="2646520"/>
            <a:ext cx="1743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UiPath Process Robot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0499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F20B4718-D258-41FC-8178-E353E3A6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288383"/>
              </p:ext>
            </p:extLst>
          </p:nvPr>
        </p:nvGraphicFramePr>
        <p:xfrm>
          <a:off x="794096" y="1117773"/>
          <a:ext cx="10603808" cy="521131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89829">
                  <a:extLst>
                    <a:ext uri="{9D8B030D-6E8A-4147-A177-3AD203B41FA5}">
                      <a16:colId xmlns:a16="http://schemas.microsoft.com/office/drawing/2014/main" val="669679122"/>
                    </a:ext>
                  </a:extLst>
                </a:gridCol>
                <a:gridCol w="5413979">
                  <a:extLst>
                    <a:ext uri="{9D8B030D-6E8A-4147-A177-3AD203B41FA5}">
                      <a16:colId xmlns:a16="http://schemas.microsoft.com/office/drawing/2014/main" val="4117105337"/>
                    </a:ext>
                  </a:extLst>
                </a:gridCol>
              </a:tblGrid>
              <a:tr h="524789">
                <a:tc>
                  <a:txBody>
                    <a:bodyPr/>
                    <a:lstStyle/>
                    <a:p>
                      <a:pPr algn="ctr"/>
                      <a:r>
                        <a:rPr lang="en-US" sz="1900" b="1" u="sng" cap="none" spc="0" dirty="0">
                          <a:solidFill>
                            <a:srgbClr val="FF0000"/>
                          </a:solidFill>
                        </a:rPr>
                        <a:t>Challenges</a:t>
                      </a:r>
                      <a:endParaRPr lang="en-GB" sz="1900" b="1" u="sng" cap="none" spc="0" dirty="0">
                        <a:solidFill>
                          <a:srgbClr val="FF0000"/>
                        </a:solidFill>
                      </a:endParaRPr>
                    </a:p>
                  </a:txBody>
                  <a:tcPr marL="143144" marR="54706" marT="110110" marB="11011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u="sng" cap="none" spc="0" dirty="0">
                          <a:solidFill>
                            <a:srgbClr val="00B050"/>
                          </a:solidFill>
                        </a:rPr>
                        <a:t>Solutions</a:t>
                      </a:r>
                      <a:endParaRPr lang="en-GB" sz="1900" b="1" u="sng" cap="none" spc="0" dirty="0">
                        <a:solidFill>
                          <a:srgbClr val="00B050"/>
                        </a:solidFill>
                      </a:endParaRPr>
                    </a:p>
                  </a:txBody>
                  <a:tcPr marL="143144" marR="54706" marT="110110" marB="110110" anchor="ctr"/>
                </a:tc>
                <a:extLst>
                  <a:ext uri="{0D108BD9-81ED-4DB2-BD59-A6C34878D82A}">
                    <a16:rowId xmlns:a16="http://schemas.microsoft.com/office/drawing/2014/main" val="245677900"/>
                  </a:ext>
                </a:extLst>
              </a:tr>
              <a:tr h="524789"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Gathering and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manipulatin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data accurately in short span of time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UiPath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Apps gets the data and validate user request internally with help of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BoT.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2195533904"/>
                  </a:ext>
                </a:extLst>
              </a:tr>
              <a:tr h="789630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Hotel Internal Department to take guest request</a:t>
                      </a:r>
                      <a:endParaRPr lang="en-GB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Bot checks and initiate reservation as per user request</a:t>
                      </a:r>
                      <a:endParaRPr lang="en-GB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580429353"/>
                  </a:ext>
                </a:extLst>
              </a:tr>
              <a:tr h="789630"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Internal team must check for data in their Reservation management system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Bot will validate and manage data with Data Service</a:t>
                      </a:r>
                      <a:endParaRPr lang="en-GB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663514359"/>
                  </a:ext>
                </a:extLst>
              </a:tr>
              <a:tr h="789630">
                <a:tc>
                  <a:txBody>
                    <a:bodyPr/>
                    <a:lstStyle/>
                    <a:p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Labour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intensive as manual correlation of multiple data sources is required.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Bot does the transaction and maintain success degree to the max.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3257099252"/>
                  </a:ext>
                </a:extLst>
              </a:tr>
              <a:tr h="524789"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Team might miss 360-degree view of customers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Bot takes over and enabling 100% service to guests</a:t>
                      </a:r>
                      <a:endParaRPr lang="en-GB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2341154535"/>
                  </a:ext>
                </a:extLst>
              </a:tr>
              <a:tr h="1054471"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Require multiple applications like web portal, external websites, data management system.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All in one roof –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UiPath</a:t>
                      </a:r>
                      <a:endParaRPr lang="en-US" sz="17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Services used –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UiPath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Data Services and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UiPath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Apps</a:t>
                      </a:r>
                      <a:endParaRPr lang="en-GB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144" marR="54706" marT="110110" marB="110110"/>
                </a:tc>
                <a:extLst>
                  <a:ext uri="{0D108BD9-81ED-4DB2-BD59-A6C34878D82A}">
                    <a16:rowId xmlns:a16="http://schemas.microsoft.com/office/drawing/2014/main" val="1378990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60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A5F716-98EF-42EF-A471-87C6DFDCC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7687D8-4EF1-4EF2-BF7E-74BB4A3D1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30093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Content Placeholder 4" descr="Text, whiteboard&#10;&#10;Description automatically generated">
            <a:extLst>
              <a:ext uri="{FF2B5EF4-FFF2-40B4-BE49-F238E27FC236}">
                <a16:creationId xmlns:a16="http://schemas.microsoft.com/office/drawing/2014/main" id="{20CEF80F-C411-4D72-8F7C-66866EF73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8"/>
          <a:stretch/>
        </p:blipFill>
        <p:spPr>
          <a:xfrm>
            <a:off x="2354578" y="544297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75033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439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 (Body)</vt:lpstr>
      <vt:lpstr>Arial</vt:lpstr>
      <vt:lpstr>Calibri</vt:lpstr>
      <vt:lpstr>Calibri Light</vt:lpstr>
      <vt:lpstr>Rockwell</vt:lpstr>
      <vt:lpstr>Office Theme</vt:lpstr>
      <vt:lpstr>Table Reservation Management for Restaurants</vt:lpstr>
      <vt:lpstr>Aim and Approach</vt:lpstr>
      <vt:lpstr>AS IS Process - overview</vt:lpstr>
      <vt:lpstr>To Be Process - Overview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Reservation Management for Restaurants - BBQN</dc:title>
  <dc:creator>PLNP (Palaniyappan P)</dc:creator>
  <cp:lastModifiedBy>PLNP (Palaniyappan P)</cp:lastModifiedBy>
  <cp:revision>5</cp:revision>
  <dcterms:created xsi:type="dcterms:W3CDTF">2020-11-20T10:04:15Z</dcterms:created>
  <dcterms:modified xsi:type="dcterms:W3CDTF">2020-11-20T13:44:41Z</dcterms:modified>
</cp:coreProperties>
</file>